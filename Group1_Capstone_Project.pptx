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8229600" cx="14630400"/>
  <p:notesSz cx="14630400" cy="8229600"/>
  <p:embeddedFontLst>
    <p:embeddedFont>
      <p:font typeface="Roboto"/>
      <p:regular r:id="rId33"/>
      <p:bold r:id="rId34"/>
      <p:italic r:id="rId35"/>
      <p:boldItalic r:id="rId36"/>
    </p:embeddedFont>
    <p:embeddedFont>
      <p:font typeface="Roboto Medium"/>
      <p:regular r:id="rId37"/>
      <p:bold r:id="rId38"/>
      <p:italic r:id="rId39"/>
      <p:boldItalic r:id="rId40"/>
    </p:embeddedFont>
    <p:embeddedFont>
      <p:font typeface="Lato"/>
      <p:regular r:id="rId41"/>
      <p:bold r:id="rId42"/>
      <p:italic r:id="rId43"/>
      <p:boldItalic r:id="rId44"/>
    </p:embeddedFont>
    <p:embeddedFont>
      <p:font typeface="Tahoma"/>
      <p:regular r:id="rId45"/>
      <p:bold r:id="rId46"/>
    </p:embeddedFont>
    <p:embeddedFont>
      <p:font typeface="Lato Black"/>
      <p:bold r:id="rId47"/>
      <p:boldItalic r:id="rId48"/>
    </p:embeddedFont>
    <p:embeddedFont>
      <p:font typeface="Roboto Mon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76">
          <p15:clr>
            <a:srgbClr val="A4A3A4"/>
          </p15:clr>
        </p15:guide>
        <p15:guide id="2" pos="8736">
          <p15:clr>
            <a:srgbClr val="A4A3A4"/>
          </p15:clr>
        </p15:guide>
        <p15:guide id="3" orient="horz" pos="1296">
          <p15:clr>
            <a:srgbClr val="A4A3A4"/>
          </p15:clr>
        </p15:guide>
        <p15:guide id="4" orient="horz" pos="4800">
          <p15:clr>
            <a:srgbClr val="A4A3A4"/>
          </p15:clr>
        </p15:guide>
      </p15:sldGuideLst>
    </p:ext>
    <p:ext uri="GoogleSlidesCustomDataVersion2">
      <go:slidesCustomData xmlns:go="http://customooxmlschemas.google.com/" r:id="rId53" roundtripDataSignature="AMtx7mgrld+ikW2Om2bxw85+r2J49oZn+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p:guide pos="8736"/>
        <p:guide pos="1296" orient="horz"/>
        <p:guide pos="480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Italic.fntdata"/><Relationship Id="rId42" Type="http://schemas.openxmlformats.org/officeDocument/2006/relationships/font" Target="fonts/Lato-bold.fntdata"/><Relationship Id="rId41" Type="http://schemas.openxmlformats.org/officeDocument/2006/relationships/font" Target="fonts/Lato-regular.fntdata"/><Relationship Id="rId44" Type="http://schemas.openxmlformats.org/officeDocument/2006/relationships/font" Target="fonts/Lato-boldItalic.fntdata"/><Relationship Id="rId43" Type="http://schemas.openxmlformats.org/officeDocument/2006/relationships/font" Target="fonts/Lato-italic.fntdata"/><Relationship Id="rId46" Type="http://schemas.openxmlformats.org/officeDocument/2006/relationships/font" Target="fonts/Tahoma-bold.fntdata"/><Relationship Id="rId45" Type="http://schemas.openxmlformats.org/officeDocument/2006/relationships/font" Target="fonts/Tahoma-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LatoBlack-boldItalic.fntdata"/><Relationship Id="rId47" Type="http://schemas.openxmlformats.org/officeDocument/2006/relationships/font" Target="fonts/LatoBlack-bold.fntdata"/><Relationship Id="rId49" Type="http://schemas.openxmlformats.org/officeDocument/2006/relationships/font" Target="fonts/RobotoMono-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Roboto-regular.fntdata"/><Relationship Id="rId32" Type="http://schemas.openxmlformats.org/officeDocument/2006/relationships/slide" Target="slides/slide27.xml"/><Relationship Id="rId35" Type="http://schemas.openxmlformats.org/officeDocument/2006/relationships/font" Target="fonts/Roboto-italic.fntdata"/><Relationship Id="rId34" Type="http://schemas.openxmlformats.org/officeDocument/2006/relationships/font" Target="fonts/Roboto-bold.fntdata"/><Relationship Id="rId37" Type="http://schemas.openxmlformats.org/officeDocument/2006/relationships/font" Target="fonts/RobotoMedium-regular.fntdata"/><Relationship Id="rId36" Type="http://schemas.openxmlformats.org/officeDocument/2006/relationships/font" Target="fonts/Roboto-boldItalic.fntdata"/><Relationship Id="rId39" Type="http://schemas.openxmlformats.org/officeDocument/2006/relationships/font" Target="fonts/RobotoMedium-italic.fntdata"/><Relationship Id="rId38" Type="http://schemas.openxmlformats.org/officeDocument/2006/relationships/font" Target="fonts/RobotoMedium-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RobotoMono-italic.fntdata"/><Relationship Id="rId50" Type="http://schemas.openxmlformats.org/officeDocument/2006/relationships/font" Target="fonts/RobotoMono-bold.fntdata"/><Relationship Id="rId53" Type="http://customschemas.google.com/relationships/presentationmetadata" Target="metadata"/><Relationship Id="rId52" Type="http://schemas.openxmlformats.org/officeDocument/2006/relationships/font" Target="fonts/RobotoMon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6340475" cy="4127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8286750" y="0"/>
            <a:ext cx="6340475" cy="41275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845050" y="1028700"/>
            <a:ext cx="4940300" cy="2778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463675" y="3960813"/>
            <a:ext cx="11703050" cy="324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7816850"/>
            <a:ext cx="6340475" cy="4127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8286750" y="7816850"/>
            <a:ext cx="6340475" cy="41275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11fd254064_0_248: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8" name="Google Shape;508;g311fd254064_0_248: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1226ebda3f_0_305: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g31226ebda3f_0_305: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157e306a5f_0_1: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3" name="Google Shape;643;g2157e306a5f_0_1: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3159bae4d6b_2_25: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4" name="Google Shape;714;g3159bae4d6b_2_25: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g312562749f9_1_0: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p:spPr>
      </p:sp>
      <p:sp>
        <p:nvSpPr>
          <p:cNvPr id="720" name="Google Shape;720;g312562749f9_1_0:notes"/>
          <p:cNvSpPr txBox="1"/>
          <p:nvPr>
            <p:ph idx="1" type="body"/>
          </p:nvPr>
        </p:nvSpPr>
        <p:spPr>
          <a:xfrm>
            <a:off x="1463675" y="3960813"/>
            <a:ext cx="11703000" cy="324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1" name="Google Shape;721;g312562749f9_1_0:notes"/>
          <p:cNvSpPr txBox="1"/>
          <p:nvPr>
            <p:ph idx="12" type="sldNum"/>
          </p:nvPr>
        </p:nvSpPr>
        <p:spPr>
          <a:xfrm>
            <a:off x="8286750" y="7816850"/>
            <a:ext cx="6340500" cy="412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g312fba7873a_0_0: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7" name="Google Shape;727;g312fba7873a_0_0: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312842f4855_0_47: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p:spPr>
      </p:sp>
      <p:sp>
        <p:nvSpPr>
          <p:cNvPr id="742" name="Google Shape;742;g312842f4855_0_47:notes"/>
          <p:cNvSpPr txBox="1"/>
          <p:nvPr>
            <p:ph idx="1" type="body"/>
          </p:nvPr>
        </p:nvSpPr>
        <p:spPr>
          <a:xfrm>
            <a:off x="1463675" y="3960813"/>
            <a:ext cx="11703000" cy="324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3" name="Google Shape;743;g312842f4855_0_47:notes"/>
          <p:cNvSpPr txBox="1"/>
          <p:nvPr>
            <p:ph idx="12" type="sldNum"/>
          </p:nvPr>
        </p:nvSpPr>
        <p:spPr>
          <a:xfrm>
            <a:off x="8286750" y="7816850"/>
            <a:ext cx="6340500" cy="412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0fe8efc7c6_2_122: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5" name="Google Shape;755;g30fe8efc7c6_2_122: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12842f4855_0_29: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12842f4855_0_29:notes"/>
          <p:cNvSpPr txBox="1"/>
          <p:nvPr>
            <p:ph idx="1" type="body"/>
          </p:nvPr>
        </p:nvSpPr>
        <p:spPr>
          <a:xfrm>
            <a:off x="1463675" y="3960813"/>
            <a:ext cx="11703000" cy="324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g312842f4855_0_29:notes"/>
          <p:cNvSpPr txBox="1"/>
          <p:nvPr>
            <p:ph idx="12" type="sldNum"/>
          </p:nvPr>
        </p:nvSpPr>
        <p:spPr>
          <a:xfrm>
            <a:off x="8286750" y="7816850"/>
            <a:ext cx="6340500" cy="412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159bae4d6b_2_69: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3159bae4d6b_2_69:notes"/>
          <p:cNvSpPr txBox="1"/>
          <p:nvPr>
            <p:ph idx="1" type="body"/>
          </p:nvPr>
        </p:nvSpPr>
        <p:spPr>
          <a:xfrm>
            <a:off x="1463675" y="3960813"/>
            <a:ext cx="11703000" cy="324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g3159bae4d6b_2_69:notes"/>
          <p:cNvSpPr txBox="1"/>
          <p:nvPr>
            <p:ph idx="12" type="sldNum"/>
          </p:nvPr>
        </p:nvSpPr>
        <p:spPr>
          <a:xfrm>
            <a:off x="8286750" y="7816850"/>
            <a:ext cx="6340500" cy="4128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0fe8efc7c6_2_128: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g30fe8efc7c6_2_128: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30fe8efc7c6_2_140: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1" name="Google Shape;801;g30fe8efc7c6_2_140: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0fe8efc7c6_1_8: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7" name="Google Shape;807;g30fe8efc7c6_1_8: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159bae4d6b_3_22: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159bae4d6b_3_22: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159bae4d6b_3_14: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3" name="Google Shape;823;g3159bae4d6b_3_14: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0fe8efc7c6_0_11: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0" name="Google Shape;830;g30fe8efc7c6_0_11: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12fba7873a_0_19: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12fba7873a_0_19: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12fba7873a_0_25: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2" name="Google Shape;842;g312fba7873a_0_25: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313156d6306_0_9: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8" name="Google Shape;848;g313156d6306_0_9: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12fba7873a_0_31: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4" name="Google Shape;854;g312fba7873a_0_31: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g313156d6306_0_20: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0" name="Google Shape;860;g313156d6306_0_20: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159bae4d6b_2_94: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159bae4d6b_2_94: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g3159bae4d6b_2_102: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2" name="Google Shape;872;g3159bae4d6b_2_102: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3159bae4d6b_3_68: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8" name="Google Shape;878;g3159bae4d6b_3_68: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313156d6306_2_7: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4" name="Google Shape;884;g313156d6306_2_7: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1016918814_0_19:notes"/>
          <p:cNvSpPr txBox="1"/>
          <p:nvPr>
            <p:ph idx="1" type="body"/>
          </p:nvPr>
        </p:nvSpPr>
        <p:spPr>
          <a:xfrm>
            <a:off x="1463675" y="3960813"/>
            <a:ext cx="11703000" cy="324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0" name="Google Shape;890;g31016918814_0_19:notes"/>
          <p:cNvSpPr/>
          <p:nvPr>
            <p:ph idx="2" type="sldImg"/>
          </p:nvPr>
        </p:nvSpPr>
        <p:spPr>
          <a:xfrm>
            <a:off x="4845050" y="1028700"/>
            <a:ext cx="4940400" cy="2778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p8:notes"/>
          <p:cNvSpPr txBox="1"/>
          <p:nvPr>
            <p:ph idx="1" type="body"/>
          </p:nvPr>
        </p:nvSpPr>
        <p:spPr>
          <a:xfrm>
            <a:off x="1463675" y="3960813"/>
            <a:ext cx="11703050" cy="324008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3" name="Google Shape;943;p8:notes"/>
          <p:cNvSpPr/>
          <p:nvPr>
            <p:ph idx="2" type="sldImg"/>
          </p:nvPr>
        </p:nvSpPr>
        <p:spPr>
          <a:xfrm>
            <a:off x="4845050" y="1028700"/>
            <a:ext cx="4940300" cy="27781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grpSp>
        <p:nvGrpSpPr>
          <p:cNvPr id="14" name="Google Shape;14;g311fd254064_0_397"/>
          <p:cNvGrpSpPr/>
          <p:nvPr/>
        </p:nvGrpSpPr>
        <p:grpSpPr>
          <a:xfrm>
            <a:off x="9757405" y="8"/>
            <a:ext cx="4873000" cy="3248913"/>
            <a:chOff x="6098378" y="5"/>
            <a:chExt cx="3045625" cy="2030570"/>
          </a:xfrm>
        </p:grpSpPr>
        <p:sp>
          <p:nvSpPr>
            <p:cNvPr id="15" name="Google Shape;15;g311fd254064_0_397"/>
            <p:cNvSpPr/>
            <p:nvPr/>
          </p:nvSpPr>
          <p:spPr>
            <a:xfrm>
              <a:off x="8128803" y="16"/>
              <a:ext cx="1015200" cy="1015200"/>
            </a:xfrm>
            <a:prstGeom prst="rect">
              <a:avLst/>
            </a:prstGeom>
            <a:solidFill>
              <a:schemeClr val="accen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16" name="Google Shape;16;g311fd254064_0_397"/>
            <p:cNvSpPr/>
            <p:nvPr/>
          </p:nvSpPr>
          <p:spPr>
            <a:xfrm flipH="1">
              <a:off x="7113463" y="5"/>
              <a:ext cx="1015200" cy="1015200"/>
            </a:xfrm>
            <a:prstGeom prst="rtTriangle">
              <a:avLst/>
            </a:prstGeom>
            <a:solidFill>
              <a:schemeClr val="accen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17" name="Google Shape;17;g311fd254064_0_397"/>
            <p:cNvSpPr/>
            <p:nvPr/>
          </p:nvSpPr>
          <p:spPr>
            <a:xfrm flipH="1" rot="10800000">
              <a:off x="7113588" y="107"/>
              <a:ext cx="1015200" cy="1015200"/>
            </a:xfrm>
            <a:prstGeom prst="rtTriangle">
              <a:avLst/>
            </a:prstGeom>
            <a:solidFill>
              <a:schemeClr val="accent6"/>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18" name="Google Shape;18;g311fd254064_0_397"/>
            <p:cNvSpPr/>
            <p:nvPr/>
          </p:nvSpPr>
          <p:spPr>
            <a:xfrm rot="10800000">
              <a:off x="6098378" y="97"/>
              <a:ext cx="1015200" cy="1015200"/>
            </a:xfrm>
            <a:prstGeom prst="rtTriangle">
              <a:avLst/>
            </a:prstGeom>
            <a:solidFill>
              <a:schemeClr val="accen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19" name="Google Shape;19;g311fd254064_0_397"/>
            <p:cNvSpPr/>
            <p:nvPr/>
          </p:nvSpPr>
          <p:spPr>
            <a:xfrm rot="10800000">
              <a:off x="8128789" y="1015375"/>
              <a:ext cx="1015200" cy="1015200"/>
            </a:xfrm>
            <a:prstGeom prst="rtTriangle">
              <a:avLst/>
            </a:prstGeom>
            <a:solidFill>
              <a:schemeClr val="accent6"/>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20" name="Google Shape;20;g311fd254064_0_397"/>
          <p:cNvSpPr txBox="1"/>
          <p:nvPr>
            <p:ph type="ctrTitle"/>
          </p:nvPr>
        </p:nvSpPr>
        <p:spPr>
          <a:xfrm>
            <a:off x="956960" y="2840356"/>
            <a:ext cx="13155300" cy="1342200"/>
          </a:xfrm>
          <a:prstGeom prst="rect">
            <a:avLst/>
          </a:prstGeom>
        </p:spPr>
        <p:txBody>
          <a:bodyPr anchorCtr="0" anchor="b" bIns="146275" lIns="146275" spcFirstLastPara="1" rIns="146275" wrap="square" tIns="146275">
            <a:normAutofit/>
          </a:bodyPr>
          <a:lstStyle>
            <a:lvl1pPr lvl="0">
              <a:spcBef>
                <a:spcPts val="0"/>
              </a:spcBef>
              <a:spcAft>
                <a:spcPts val="0"/>
              </a:spcAft>
              <a:buClr>
                <a:schemeClr val="lt1"/>
              </a:buClr>
              <a:buSzPts val="6700"/>
              <a:buNone/>
              <a:defRPr sz="6700">
                <a:solidFill>
                  <a:schemeClr val="lt1"/>
                </a:solidFill>
              </a:defRPr>
            </a:lvl1pPr>
            <a:lvl2pPr lvl="1">
              <a:spcBef>
                <a:spcPts val="0"/>
              </a:spcBef>
              <a:spcAft>
                <a:spcPts val="0"/>
              </a:spcAft>
              <a:buClr>
                <a:schemeClr val="lt1"/>
              </a:buClr>
              <a:buSzPts val="6700"/>
              <a:buNone/>
              <a:defRPr sz="6700">
                <a:solidFill>
                  <a:schemeClr val="lt1"/>
                </a:solidFill>
              </a:defRPr>
            </a:lvl2pPr>
            <a:lvl3pPr lvl="2">
              <a:spcBef>
                <a:spcPts val="0"/>
              </a:spcBef>
              <a:spcAft>
                <a:spcPts val="0"/>
              </a:spcAft>
              <a:buClr>
                <a:schemeClr val="lt1"/>
              </a:buClr>
              <a:buSzPts val="6700"/>
              <a:buNone/>
              <a:defRPr sz="6700">
                <a:solidFill>
                  <a:schemeClr val="lt1"/>
                </a:solidFill>
              </a:defRPr>
            </a:lvl3pPr>
            <a:lvl4pPr lvl="3">
              <a:spcBef>
                <a:spcPts val="0"/>
              </a:spcBef>
              <a:spcAft>
                <a:spcPts val="0"/>
              </a:spcAft>
              <a:buClr>
                <a:schemeClr val="lt1"/>
              </a:buClr>
              <a:buSzPts val="6700"/>
              <a:buNone/>
              <a:defRPr sz="6700">
                <a:solidFill>
                  <a:schemeClr val="lt1"/>
                </a:solidFill>
              </a:defRPr>
            </a:lvl4pPr>
            <a:lvl5pPr lvl="4">
              <a:spcBef>
                <a:spcPts val="0"/>
              </a:spcBef>
              <a:spcAft>
                <a:spcPts val="0"/>
              </a:spcAft>
              <a:buClr>
                <a:schemeClr val="lt1"/>
              </a:buClr>
              <a:buSzPts val="6700"/>
              <a:buNone/>
              <a:defRPr sz="6700">
                <a:solidFill>
                  <a:schemeClr val="lt1"/>
                </a:solidFill>
              </a:defRPr>
            </a:lvl5pPr>
            <a:lvl6pPr lvl="5">
              <a:spcBef>
                <a:spcPts val="0"/>
              </a:spcBef>
              <a:spcAft>
                <a:spcPts val="0"/>
              </a:spcAft>
              <a:buClr>
                <a:schemeClr val="lt1"/>
              </a:buClr>
              <a:buSzPts val="6700"/>
              <a:buNone/>
              <a:defRPr sz="6700">
                <a:solidFill>
                  <a:schemeClr val="lt1"/>
                </a:solidFill>
              </a:defRPr>
            </a:lvl6pPr>
            <a:lvl7pPr lvl="6">
              <a:spcBef>
                <a:spcPts val="0"/>
              </a:spcBef>
              <a:spcAft>
                <a:spcPts val="0"/>
              </a:spcAft>
              <a:buClr>
                <a:schemeClr val="lt1"/>
              </a:buClr>
              <a:buSzPts val="6700"/>
              <a:buNone/>
              <a:defRPr sz="6700">
                <a:solidFill>
                  <a:schemeClr val="lt1"/>
                </a:solidFill>
              </a:defRPr>
            </a:lvl7pPr>
            <a:lvl8pPr lvl="7">
              <a:spcBef>
                <a:spcPts val="0"/>
              </a:spcBef>
              <a:spcAft>
                <a:spcPts val="0"/>
              </a:spcAft>
              <a:buClr>
                <a:schemeClr val="lt1"/>
              </a:buClr>
              <a:buSzPts val="6700"/>
              <a:buNone/>
              <a:defRPr sz="6700">
                <a:solidFill>
                  <a:schemeClr val="lt1"/>
                </a:solidFill>
              </a:defRPr>
            </a:lvl8pPr>
            <a:lvl9pPr lvl="8">
              <a:spcBef>
                <a:spcPts val="0"/>
              </a:spcBef>
              <a:spcAft>
                <a:spcPts val="0"/>
              </a:spcAft>
              <a:buClr>
                <a:schemeClr val="lt1"/>
              </a:buClr>
              <a:buSzPts val="6700"/>
              <a:buNone/>
              <a:defRPr sz="6700">
                <a:solidFill>
                  <a:schemeClr val="lt1"/>
                </a:solidFill>
              </a:defRPr>
            </a:lvl9pPr>
          </a:lstStyle>
          <a:p/>
        </p:txBody>
      </p:sp>
      <p:sp>
        <p:nvSpPr>
          <p:cNvPr id="21" name="Google Shape;21;g311fd254064_0_397"/>
          <p:cNvSpPr txBox="1"/>
          <p:nvPr>
            <p:ph idx="1" type="subTitle"/>
          </p:nvPr>
        </p:nvSpPr>
        <p:spPr>
          <a:xfrm>
            <a:off x="956941" y="4345461"/>
            <a:ext cx="13155300" cy="692700"/>
          </a:xfrm>
          <a:prstGeom prst="rect">
            <a:avLst/>
          </a:prstGeom>
        </p:spPr>
        <p:txBody>
          <a:bodyPr anchorCtr="0" anchor="t" bIns="146275" lIns="146275" spcFirstLastPara="1" rIns="146275" wrap="square" tIns="146275">
            <a:normAutofit/>
          </a:bodyPr>
          <a:lstStyle>
            <a:lvl1pPr lvl="0">
              <a:lnSpc>
                <a:spcPct val="100000"/>
              </a:lnSpc>
              <a:spcBef>
                <a:spcPts val="0"/>
              </a:spcBef>
              <a:spcAft>
                <a:spcPts val="0"/>
              </a:spcAft>
              <a:buClr>
                <a:schemeClr val="lt1"/>
              </a:buClr>
              <a:buSzPts val="3400"/>
              <a:buNone/>
              <a:defRPr sz="3400">
                <a:solidFill>
                  <a:schemeClr val="lt1"/>
                </a:solidFill>
              </a:defRPr>
            </a:lvl1pPr>
            <a:lvl2pPr lvl="1">
              <a:lnSpc>
                <a:spcPct val="100000"/>
              </a:lnSpc>
              <a:spcBef>
                <a:spcPts val="0"/>
              </a:spcBef>
              <a:spcAft>
                <a:spcPts val="0"/>
              </a:spcAft>
              <a:buClr>
                <a:schemeClr val="lt1"/>
              </a:buClr>
              <a:buSzPts val="3400"/>
              <a:buNone/>
              <a:defRPr sz="3400">
                <a:solidFill>
                  <a:schemeClr val="lt1"/>
                </a:solidFill>
              </a:defRPr>
            </a:lvl2pPr>
            <a:lvl3pPr lvl="2">
              <a:lnSpc>
                <a:spcPct val="100000"/>
              </a:lnSpc>
              <a:spcBef>
                <a:spcPts val="0"/>
              </a:spcBef>
              <a:spcAft>
                <a:spcPts val="0"/>
              </a:spcAft>
              <a:buClr>
                <a:schemeClr val="lt1"/>
              </a:buClr>
              <a:buSzPts val="3400"/>
              <a:buNone/>
              <a:defRPr sz="3400">
                <a:solidFill>
                  <a:schemeClr val="lt1"/>
                </a:solidFill>
              </a:defRPr>
            </a:lvl3pPr>
            <a:lvl4pPr lvl="3">
              <a:lnSpc>
                <a:spcPct val="100000"/>
              </a:lnSpc>
              <a:spcBef>
                <a:spcPts val="0"/>
              </a:spcBef>
              <a:spcAft>
                <a:spcPts val="0"/>
              </a:spcAft>
              <a:buClr>
                <a:schemeClr val="lt1"/>
              </a:buClr>
              <a:buSzPts val="3400"/>
              <a:buNone/>
              <a:defRPr sz="3400">
                <a:solidFill>
                  <a:schemeClr val="lt1"/>
                </a:solidFill>
              </a:defRPr>
            </a:lvl4pPr>
            <a:lvl5pPr lvl="4">
              <a:lnSpc>
                <a:spcPct val="100000"/>
              </a:lnSpc>
              <a:spcBef>
                <a:spcPts val="0"/>
              </a:spcBef>
              <a:spcAft>
                <a:spcPts val="0"/>
              </a:spcAft>
              <a:buClr>
                <a:schemeClr val="lt1"/>
              </a:buClr>
              <a:buSzPts val="3400"/>
              <a:buNone/>
              <a:defRPr sz="3400">
                <a:solidFill>
                  <a:schemeClr val="lt1"/>
                </a:solidFill>
              </a:defRPr>
            </a:lvl5pPr>
            <a:lvl6pPr lvl="5">
              <a:lnSpc>
                <a:spcPct val="100000"/>
              </a:lnSpc>
              <a:spcBef>
                <a:spcPts val="0"/>
              </a:spcBef>
              <a:spcAft>
                <a:spcPts val="0"/>
              </a:spcAft>
              <a:buClr>
                <a:schemeClr val="lt1"/>
              </a:buClr>
              <a:buSzPts val="3400"/>
              <a:buNone/>
              <a:defRPr sz="3400">
                <a:solidFill>
                  <a:schemeClr val="lt1"/>
                </a:solidFill>
              </a:defRPr>
            </a:lvl6pPr>
            <a:lvl7pPr lvl="6">
              <a:lnSpc>
                <a:spcPct val="100000"/>
              </a:lnSpc>
              <a:spcBef>
                <a:spcPts val="0"/>
              </a:spcBef>
              <a:spcAft>
                <a:spcPts val="0"/>
              </a:spcAft>
              <a:buClr>
                <a:schemeClr val="lt1"/>
              </a:buClr>
              <a:buSzPts val="3400"/>
              <a:buNone/>
              <a:defRPr sz="3400">
                <a:solidFill>
                  <a:schemeClr val="lt1"/>
                </a:solidFill>
              </a:defRPr>
            </a:lvl7pPr>
            <a:lvl8pPr lvl="7">
              <a:lnSpc>
                <a:spcPct val="100000"/>
              </a:lnSpc>
              <a:spcBef>
                <a:spcPts val="0"/>
              </a:spcBef>
              <a:spcAft>
                <a:spcPts val="0"/>
              </a:spcAft>
              <a:buClr>
                <a:schemeClr val="lt1"/>
              </a:buClr>
              <a:buSzPts val="3400"/>
              <a:buNone/>
              <a:defRPr sz="3400">
                <a:solidFill>
                  <a:schemeClr val="lt1"/>
                </a:solidFill>
              </a:defRPr>
            </a:lvl8pPr>
            <a:lvl9pPr lvl="8">
              <a:lnSpc>
                <a:spcPct val="100000"/>
              </a:lnSpc>
              <a:spcBef>
                <a:spcPts val="0"/>
              </a:spcBef>
              <a:spcAft>
                <a:spcPts val="0"/>
              </a:spcAft>
              <a:buClr>
                <a:schemeClr val="lt1"/>
              </a:buClr>
              <a:buSzPts val="3400"/>
              <a:buNone/>
              <a:defRPr sz="3400">
                <a:solidFill>
                  <a:schemeClr val="lt1"/>
                </a:solidFill>
              </a:defRPr>
            </a:lvl9pPr>
          </a:lstStyle>
          <a:p/>
        </p:txBody>
      </p:sp>
      <p:sp>
        <p:nvSpPr>
          <p:cNvPr id="22" name="Google Shape;22;g311fd254064_0_397"/>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3" name="Shape 23"/>
        <p:cNvGrpSpPr/>
        <p:nvPr/>
      </p:nvGrpSpPr>
      <p:grpSpPr>
        <a:xfrm>
          <a:off x="0" y="0"/>
          <a:ext cx="0" cy="0"/>
          <a:chOff x="0" y="0"/>
          <a:chExt cx="0" cy="0"/>
        </a:xfrm>
      </p:grpSpPr>
      <p:grpSp>
        <p:nvGrpSpPr>
          <p:cNvPr id="24" name="Google Shape;24;g311fd254064_0_407"/>
          <p:cNvGrpSpPr/>
          <p:nvPr/>
        </p:nvGrpSpPr>
        <p:grpSpPr>
          <a:xfrm>
            <a:off x="9757405" y="8"/>
            <a:ext cx="4873000" cy="3248913"/>
            <a:chOff x="6098378" y="5"/>
            <a:chExt cx="3045625" cy="2030570"/>
          </a:xfrm>
        </p:grpSpPr>
        <p:sp>
          <p:nvSpPr>
            <p:cNvPr id="25" name="Google Shape;25;g311fd254064_0_407"/>
            <p:cNvSpPr/>
            <p:nvPr/>
          </p:nvSpPr>
          <p:spPr>
            <a:xfrm>
              <a:off x="8128803" y="16"/>
              <a:ext cx="1015200" cy="1015200"/>
            </a:xfrm>
            <a:prstGeom prst="rect">
              <a:avLst/>
            </a:prstGeom>
            <a:solidFill>
              <a:schemeClr val="accen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26" name="Google Shape;26;g311fd254064_0_407"/>
            <p:cNvSpPr/>
            <p:nvPr/>
          </p:nvSpPr>
          <p:spPr>
            <a:xfrm flipH="1">
              <a:off x="7113463" y="5"/>
              <a:ext cx="1015200" cy="1015200"/>
            </a:xfrm>
            <a:prstGeom prst="rtTriangle">
              <a:avLst/>
            </a:prstGeom>
            <a:solidFill>
              <a:schemeClr val="accen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27" name="Google Shape;27;g311fd254064_0_407"/>
            <p:cNvSpPr/>
            <p:nvPr/>
          </p:nvSpPr>
          <p:spPr>
            <a:xfrm flipH="1" rot="10800000">
              <a:off x="7113588" y="107"/>
              <a:ext cx="1015200" cy="1015200"/>
            </a:xfrm>
            <a:prstGeom prst="rtTriangle">
              <a:avLst/>
            </a:prstGeom>
            <a:solidFill>
              <a:schemeClr val="accent6"/>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28" name="Google Shape;28;g311fd254064_0_407"/>
            <p:cNvSpPr/>
            <p:nvPr/>
          </p:nvSpPr>
          <p:spPr>
            <a:xfrm rot="10800000">
              <a:off x="6098378" y="97"/>
              <a:ext cx="1015200" cy="1015200"/>
            </a:xfrm>
            <a:prstGeom prst="rtTriangle">
              <a:avLst/>
            </a:prstGeom>
            <a:solidFill>
              <a:schemeClr val="accen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29" name="Google Shape;29;g311fd254064_0_407"/>
            <p:cNvSpPr/>
            <p:nvPr/>
          </p:nvSpPr>
          <p:spPr>
            <a:xfrm rot="10800000">
              <a:off x="8128789" y="1015375"/>
              <a:ext cx="1015200" cy="1015200"/>
            </a:xfrm>
            <a:prstGeom prst="rtTriangle">
              <a:avLst/>
            </a:prstGeom>
            <a:solidFill>
              <a:schemeClr val="accent6"/>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30" name="Google Shape;30;g311fd254064_0_407"/>
          <p:cNvSpPr txBox="1"/>
          <p:nvPr>
            <p:ph type="title"/>
          </p:nvPr>
        </p:nvSpPr>
        <p:spPr>
          <a:xfrm>
            <a:off x="956960" y="3443756"/>
            <a:ext cx="13155300" cy="1342200"/>
          </a:xfrm>
          <a:prstGeom prst="rect">
            <a:avLst/>
          </a:prstGeom>
        </p:spPr>
        <p:txBody>
          <a:bodyPr anchorCtr="0" anchor="ctr" bIns="146275" lIns="146275" spcFirstLastPara="1" rIns="146275" wrap="square" tIns="146275">
            <a:normAutofit/>
          </a:bodyPr>
          <a:lstStyle>
            <a:lvl1pPr lvl="0">
              <a:spcBef>
                <a:spcPts val="0"/>
              </a:spcBef>
              <a:spcAft>
                <a:spcPts val="0"/>
              </a:spcAft>
              <a:buClr>
                <a:schemeClr val="lt1"/>
              </a:buClr>
              <a:buSzPts val="6700"/>
              <a:buNone/>
              <a:defRPr sz="6700">
                <a:solidFill>
                  <a:schemeClr val="lt1"/>
                </a:solidFill>
              </a:defRPr>
            </a:lvl1pPr>
            <a:lvl2pPr lvl="1">
              <a:spcBef>
                <a:spcPts val="0"/>
              </a:spcBef>
              <a:spcAft>
                <a:spcPts val="0"/>
              </a:spcAft>
              <a:buClr>
                <a:schemeClr val="lt1"/>
              </a:buClr>
              <a:buSzPts val="6700"/>
              <a:buNone/>
              <a:defRPr sz="6700">
                <a:solidFill>
                  <a:schemeClr val="lt1"/>
                </a:solidFill>
              </a:defRPr>
            </a:lvl2pPr>
            <a:lvl3pPr lvl="2">
              <a:spcBef>
                <a:spcPts val="0"/>
              </a:spcBef>
              <a:spcAft>
                <a:spcPts val="0"/>
              </a:spcAft>
              <a:buClr>
                <a:schemeClr val="lt1"/>
              </a:buClr>
              <a:buSzPts val="6700"/>
              <a:buNone/>
              <a:defRPr sz="6700">
                <a:solidFill>
                  <a:schemeClr val="lt1"/>
                </a:solidFill>
              </a:defRPr>
            </a:lvl3pPr>
            <a:lvl4pPr lvl="3">
              <a:spcBef>
                <a:spcPts val="0"/>
              </a:spcBef>
              <a:spcAft>
                <a:spcPts val="0"/>
              </a:spcAft>
              <a:buClr>
                <a:schemeClr val="lt1"/>
              </a:buClr>
              <a:buSzPts val="6700"/>
              <a:buNone/>
              <a:defRPr sz="6700">
                <a:solidFill>
                  <a:schemeClr val="lt1"/>
                </a:solidFill>
              </a:defRPr>
            </a:lvl4pPr>
            <a:lvl5pPr lvl="4">
              <a:spcBef>
                <a:spcPts val="0"/>
              </a:spcBef>
              <a:spcAft>
                <a:spcPts val="0"/>
              </a:spcAft>
              <a:buClr>
                <a:schemeClr val="lt1"/>
              </a:buClr>
              <a:buSzPts val="6700"/>
              <a:buNone/>
              <a:defRPr sz="6700">
                <a:solidFill>
                  <a:schemeClr val="lt1"/>
                </a:solidFill>
              </a:defRPr>
            </a:lvl5pPr>
            <a:lvl6pPr lvl="5">
              <a:spcBef>
                <a:spcPts val="0"/>
              </a:spcBef>
              <a:spcAft>
                <a:spcPts val="0"/>
              </a:spcAft>
              <a:buClr>
                <a:schemeClr val="lt1"/>
              </a:buClr>
              <a:buSzPts val="6700"/>
              <a:buNone/>
              <a:defRPr sz="6700">
                <a:solidFill>
                  <a:schemeClr val="lt1"/>
                </a:solidFill>
              </a:defRPr>
            </a:lvl6pPr>
            <a:lvl7pPr lvl="6">
              <a:spcBef>
                <a:spcPts val="0"/>
              </a:spcBef>
              <a:spcAft>
                <a:spcPts val="0"/>
              </a:spcAft>
              <a:buClr>
                <a:schemeClr val="lt1"/>
              </a:buClr>
              <a:buSzPts val="6700"/>
              <a:buNone/>
              <a:defRPr sz="6700">
                <a:solidFill>
                  <a:schemeClr val="lt1"/>
                </a:solidFill>
              </a:defRPr>
            </a:lvl7pPr>
            <a:lvl8pPr lvl="7">
              <a:spcBef>
                <a:spcPts val="0"/>
              </a:spcBef>
              <a:spcAft>
                <a:spcPts val="0"/>
              </a:spcAft>
              <a:buClr>
                <a:schemeClr val="lt1"/>
              </a:buClr>
              <a:buSzPts val="6700"/>
              <a:buNone/>
              <a:defRPr sz="6700">
                <a:solidFill>
                  <a:schemeClr val="lt1"/>
                </a:solidFill>
              </a:defRPr>
            </a:lvl8pPr>
            <a:lvl9pPr lvl="8">
              <a:spcBef>
                <a:spcPts val="0"/>
              </a:spcBef>
              <a:spcAft>
                <a:spcPts val="0"/>
              </a:spcAft>
              <a:buClr>
                <a:schemeClr val="lt1"/>
              </a:buClr>
              <a:buSzPts val="6700"/>
              <a:buNone/>
              <a:defRPr sz="6700">
                <a:solidFill>
                  <a:schemeClr val="lt1"/>
                </a:solidFill>
              </a:defRPr>
            </a:lvl9pPr>
          </a:lstStyle>
          <a:p/>
        </p:txBody>
      </p:sp>
      <p:sp>
        <p:nvSpPr>
          <p:cNvPr id="31" name="Google Shape;31;g311fd254064_0_407"/>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grpSp>
        <p:nvGrpSpPr>
          <p:cNvPr id="33" name="Google Shape;33;g311fd254064_0_416"/>
          <p:cNvGrpSpPr/>
          <p:nvPr/>
        </p:nvGrpSpPr>
        <p:grpSpPr>
          <a:xfrm>
            <a:off x="0" y="6245871"/>
            <a:ext cx="14630400" cy="1983880"/>
            <a:chOff x="0" y="3903669"/>
            <a:chExt cx="9144000" cy="1239925"/>
          </a:xfrm>
        </p:grpSpPr>
        <p:sp>
          <p:nvSpPr>
            <p:cNvPr id="34" name="Google Shape;34;g311fd254064_0_416"/>
            <p:cNvSpPr/>
            <p:nvPr/>
          </p:nvSpPr>
          <p:spPr>
            <a:xfrm>
              <a:off x="8154895" y="3903669"/>
              <a:ext cx="989100" cy="987900"/>
            </a:xfrm>
            <a:prstGeom prst="rtTriangle">
              <a:avLst/>
            </a:prstGeom>
            <a:solidFill>
              <a:schemeClr val="accent5"/>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35" name="Google Shape;35;g311fd254064_0_416"/>
            <p:cNvSpPr/>
            <p:nvPr/>
          </p:nvSpPr>
          <p:spPr>
            <a:xfrm flipH="1">
              <a:off x="6181163" y="3903669"/>
              <a:ext cx="989100" cy="987900"/>
            </a:xfrm>
            <a:prstGeom prst="rtTriangle">
              <a:avLst/>
            </a:prstGeom>
            <a:solidFill>
              <a:schemeClr val="accent5"/>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36" name="Google Shape;36;g311fd254064_0_416"/>
            <p:cNvSpPr/>
            <p:nvPr/>
          </p:nvSpPr>
          <p:spPr>
            <a:xfrm>
              <a:off x="7170274" y="3903669"/>
              <a:ext cx="989100" cy="987900"/>
            </a:xfrm>
            <a:prstGeom prst="rect">
              <a:avLst/>
            </a:prstGeom>
            <a:solidFill>
              <a:schemeClr val="accent4"/>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37" name="Google Shape;37;g311fd254064_0_416"/>
            <p:cNvSpPr/>
            <p:nvPr/>
          </p:nvSpPr>
          <p:spPr>
            <a:xfrm rot="10800000">
              <a:off x="8154757" y="3903682"/>
              <a:ext cx="989100" cy="987900"/>
            </a:xfrm>
            <a:prstGeom prst="rtTriangle">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38" name="Google Shape;38;g311fd254064_0_416"/>
            <p:cNvSpPr/>
            <p:nvPr/>
          </p:nvSpPr>
          <p:spPr>
            <a:xfrm>
              <a:off x="0" y="4891594"/>
              <a:ext cx="9144000" cy="2520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39" name="Google Shape;39;g311fd254064_0_416"/>
          <p:cNvSpPr txBox="1"/>
          <p:nvPr>
            <p:ph type="title"/>
          </p:nvPr>
        </p:nvSpPr>
        <p:spPr>
          <a:xfrm>
            <a:off x="498720" y="656000"/>
            <a:ext cx="13632900" cy="972600"/>
          </a:xfrm>
          <a:prstGeom prst="rect">
            <a:avLst/>
          </a:prstGeom>
        </p:spPr>
        <p:txBody>
          <a:bodyPr anchorCtr="0" anchor="t" bIns="146275" lIns="146275" spcFirstLastPara="1" rIns="146275" wrap="square" tIns="146275">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0" name="Google Shape;40;g311fd254064_0_416"/>
          <p:cNvSpPr txBox="1"/>
          <p:nvPr>
            <p:ph idx="1" type="body"/>
          </p:nvPr>
        </p:nvSpPr>
        <p:spPr>
          <a:xfrm>
            <a:off x="498720" y="1967800"/>
            <a:ext cx="13632900" cy="5342400"/>
          </a:xfrm>
          <a:prstGeom prst="rect">
            <a:avLst/>
          </a:prstGeom>
        </p:spPr>
        <p:txBody>
          <a:bodyPr anchorCtr="0" anchor="t" bIns="146275" lIns="146275" spcFirstLastPara="1" rIns="146275" wrap="square" tIns="146275">
            <a:normAutofit/>
          </a:bodyPr>
          <a:lstStyle>
            <a:lvl1pPr indent="-412750" lvl="0" marL="457200">
              <a:spcBef>
                <a:spcPts val="0"/>
              </a:spcBef>
              <a:spcAft>
                <a:spcPts val="0"/>
              </a:spcAft>
              <a:buSzPts val="2900"/>
              <a:buChar char="●"/>
              <a:defRPr/>
            </a:lvl1pPr>
            <a:lvl2pPr indent="-368300" lvl="1" marL="914400">
              <a:spcBef>
                <a:spcPts val="0"/>
              </a:spcBef>
              <a:spcAft>
                <a:spcPts val="0"/>
              </a:spcAft>
              <a:buSzPts val="2200"/>
              <a:buChar char="○"/>
              <a:defRPr/>
            </a:lvl2pPr>
            <a:lvl3pPr indent="-368300" lvl="2" marL="1371600">
              <a:spcBef>
                <a:spcPts val="0"/>
              </a:spcBef>
              <a:spcAft>
                <a:spcPts val="0"/>
              </a:spcAft>
              <a:buSzPts val="2200"/>
              <a:buChar char="■"/>
              <a:defRPr/>
            </a:lvl3pPr>
            <a:lvl4pPr indent="-368300" lvl="3" marL="1828800">
              <a:spcBef>
                <a:spcPts val="0"/>
              </a:spcBef>
              <a:spcAft>
                <a:spcPts val="0"/>
              </a:spcAft>
              <a:buSzPts val="2200"/>
              <a:buChar char="●"/>
              <a:defRPr/>
            </a:lvl4pPr>
            <a:lvl5pPr indent="-368300" lvl="4" marL="2286000">
              <a:spcBef>
                <a:spcPts val="0"/>
              </a:spcBef>
              <a:spcAft>
                <a:spcPts val="0"/>
              </a:spcAft>
              <a:buSzPts val="2200"/>
              <a:buChar char="○"/>
              <a:defRPr/>
            </a:lvl5pPr>
            <a:lvl6pPr indent="-368300" lvl="5" marL="2743200">
              <a:spcBef>
                <a:spcPts val="0"/>
              </a:spcBef>
              <a:spcAft>
                <a:spcPts val="0"/>
              </a:spcAft>
              <a:buSzPts val="2200"/>
              <a:buChar char="■"/>
              <a:defRPr/>
            </a:lvl6pPr>
            <a:lvl7pPr indent="-368300" lvl="6" marL="3200400">
              <a:spcBef>
                <a:spcPts val="0"/>
              </a:spcBef>
              <a:spcAft>
                <a:spcPts val="0"/>
              </a:spcAft>
              <a:buSzPts val="2200"/>
              <a:buChar char="●"/>
              <a:defRPr/>
            </a:lvl7pPr>
            <a:lvl8pPr indent="-368300" lvl="7" marL="3657600">
              <a:spcBef>
                <a:spcPts val="0"/>
              </a:spcBef>
              <a:spcAft>
                <a:spcPts val="0"/>
              </a:spcAft>
              <a:buSzPts val="2200"/>
              <a:buChar char="○"/>
              <a:defRPr/>
            </a:lvl8pPr>
            <a:lvl9pPr indent="-368300" lvl="8" marL="4114800">
              <a:spcBef>
                <a:spcPts val="0"/>
              </a:spcBef>
              <a:spcAft>
                <a:spcPts val="0"/>
              </a:spcAft>
              <a:buSzPts val="2200"/>
              <a:buChar char="■"/>
              <a:defRPr/>
            </a:lvl9pPr>
          </a:lstStyle>
          <a:p/>
        </p:txBody>
      </p:sp>
      <p:sp>
        <p:nvSpPr>
          <p:cNvPr id="41" name="Google Shape;41;g311fd254064_0_416"/>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g311fd254064_0_426"/>
          <p:cNvSpPr txBox="1"/>
          <p:nvPr>
            <p:ph type="title"/>
          </p:nvPr>
        </p:nvSpPr>
        <p:spPr>
          <a:xfrm>
            <a:off x="498720" y="656000"/>
            <a:ext cx="13632900" cy="972600"/>
          </a:xfrm>
          <a:prstGeom prst="rect">
            <a:avLst/>
          </a:prstGeom>
        </p:spPr>
        <p:txBody>
          <a:bodyPr anchorCtr="0" anchor="t" bIns="146275" lIns="146275" spcFirstLastPara="1" rIns="146275" wrap="square" tIns="146275">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4" name="Google Shape;44;g311fd254064_0_426"/>
          <p:cNvSpPr txBox="1"/>
          <p:nvPr>
            <p:ph idx="1" type="body"/>
          </p:nvPr>
        </p:nvSpPr>
        <p:spPr>
          <a:xfrm>
            <a:off x="498720" y="1967960"/>
            <a:ext cx="6399900" cy="5342400"/>
          </a:xfrm>
          <a:prstGeom prst="rect">
            <a:avLst/>
          </a:prstGeom>
        </p:spPr>
        <p:txBody>
          <a:bodyPr anchorCtr="0" anchor="t" bIns="146275" lIns="146275" spcFirstLastPara="1" rIns="146275" wrap="square" tIns="146275">
            <a:normAutofit/>
          </a:bodyPr>
          <a:lstStyle>
            <a:lvl1pPr indent="-368300" lvl="0" marL="457200">
              <a:spcBef>
                <a:spcPts val="0"/>
              </a:spcBef>
              <a:spcAft>
                <a:spcPts val="0"/>
              </a:spcAft>
              <a:buSzPts val="2200"/>
              <a:buChar char="●"/>
              <a:defRPr sz="22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45" name="Google Shape;45;g311fd254064_0_426"/>
          <p:cNvSpPr txBox="1"/>
          <p:nvPr>
            <p:ph idx="2" type="body"/>
          </p:nvPr>
        </p:nvSpPr>
        <p:spPr>
          <a:xfrm>
            <a:off x="7731840" y="1967960"/>
            <a:ext cx="6399900" cy="5342400"/>
          </a:xfrm>
          <a:prstGeom prst="rect">
            <a:avLst/>
          </a:prstGeom>
        </p:spPr>
        <p:txBody>
          <a:bodyPr anchorCtr="0" anchor="t" bIns="146275" lIns="146275" spcFirstLastPara="1" rIns="146275" wrap="square" tIns="146275">
            <a:normAutofit/>
          </a:bodyPr>
          <a:lstStyle>
            <a:lvl1pPr indent="-368300" lvl="0" marL="457200">
              <a:spcBef>
                <a:spcPts val="0"/>
              </a:spcBef>
              <a:spcAft>
                <a:spcPts val="0"/>
              </a:spcAft>
              <a:buSzPts val="2200"/>
              <a:buChar char="●"/>
              <a:defRPr sz="22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46" name="Google Shape;46;g311fd254064_0_426"/>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g311fd254064_0_431"/>
          <p:cNvSpPr txBox="1"/>
          <p:nvPr>
            <p:ph type="title"/>
          </p:nvPr>
        </p:nvSpPr>
        <p:spPr>
          <a:xfrm>
            <a:off x="498720" y="656000"/>
            <a:ext cx="13632900" cy="972600"/>
          </a:xfrm>
          <a:prstGeom prst="rect">
            <a:avLst/>
          </a:prstGeom>
        </p:spPr>
        <p:txBody>
          <a:bodyPr anchorCtr="0" anchor="t" bIns="146275" lIns="146275" spcFirstLastPara="1" rIns="146275" wrap="square" tIns="146275">
            <a:norm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9" name="Google Shape;49;g311fd254064_0_431"/>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g311fd254064_0_434"/>
          <p:cNvSpPr txBox="1"/>
          <p:nvPr>
            <p:ph type="title"/>
          </p:nvPr>
        </p:nvSpPr>
        <p:spPr>
          <a:xfrm>
            <a:off x="498720" y="888960"/>
            <a:ext cx="4492800" cy="1209000"/>
          </a:xfrm>
          <a:prstGeom prst="rect">
            <a:avLst/>
          </a:prstGeom>
        </p:spPr>
        <p:txBody>
          <a:bodyPr anchorCtr="0" anchor="b" bIns="146275" lIns="146275" spcFirstLastPara="1" rIns="146275" wrap="square" tIns="146275">
            <a:normAutofit/>
          </a:bodyPr>
          <a:lstStyle>
            <a:lvl1pPr lvl="0">
              <a:spcBef>
                <a:spcPts val="0"/>
              </a:spcBef>
              <a:spcAft>
                <a:spcPts val="0"/>
              </a:spcAft>
              <a:buSzPts val="3800"/>
              <a:buNone/>
              <a:defRPr sz="3800"/>
            </a:lvl1pPr>
            <a:lvl2pPr lvl="1">
              <a:spcBef>
                <a:spcPts val="0"/>
              </a:spcBef>
              <a:spcAft>
                <a:spcPts val="0"/>
              </a:spcAft>
              <a:buSzPts val="3800"/>
              <a:buNone/>
              <a:defRPr sz="3800"/>
            </a:lvl2pPr>
            <a:lvl3pPr lvl="2">
              <a:spcBef>
                <a:spcPts val="0"/>
              </a:spcBef>
              <a:spcAft>
                <a:spcPts val="0"/>
              </a:spcAft>
              <a:buSzPts val="3800"/>
              <a:buNone/>
              <a:defRPr sz="3800"/>
            </a:lvl3pPr>
            <a:lvl4pPr lvl="3">
              <a:spcBef>
                <a:spcPts val="0"/>
              </a:spcBef>
              <a:spcAft>
                <a:spcPts val="0"/>
              </a:spcAft>
              <a:buSzPts val="3800"/>
              <a:buNone/>
              <a:defRPr sz="3800"/>
            </a:lvl4pPr>
            <a:lvl5pPr lvl="4">
              <a:spcBef>
                <a:spcPts val="0"/>
              </a:spcBef>
              <a:spcAft>
                <a:spcPts val="0"/>
              </a:spcAft>
              <a:buSzPts val="3800"/>
              <a:buNone/>
              <a:defRPr sz="3800"/>
            </a:lvl5pPr>
            <a:lvl6pPr lvl="5">
              <a:spcBef>
                <a:spcPts val="0"/>
              </a:spcBef>
              <a:spcAft>
                <a:spcPts val="0"/>
              </a:spcAft>
              <a:buSzPts val="3800"/>
              <a:buNone/>
              <a:defRPr sz="3800"/>
            </a:lvl6pPr>
            <a:lvl7pPr lvl="6">
              <a:spcBef>
                <a:spcPts val="0"/>
              </a:spcBef>
              <a:spcAft>
                <a:spcPts val="0"/>
              </a:spcAft>
              <a:buSzPts val="3800"/>
              <a:buNone/>
              <a:defRPr sz="3800"/>
            </a:lvl7pPr>
            <a:lvl8pPr lvl="7">
              <a:spcBef>
                <a:spcPts val="0"/>
              </a:spcBef>
              <a:spcAft>
                <a:spcPts val="0"/>
              </a:spcAft>
              <a:buSzPts val="3800"/>
              <a:buNone/>
              <a:defRPr sz="3800"/>
            </a:lvl8pPr>
            <a:lvl9pPr lvl="8">
              <a:spcBef>
                <a:spcPts val="0"/>
              </a:spcBef>
              <a:spcAft>
                <a:spcPts val="0"/>
              </a:spcAft>
              <a:buSzPts val="3800"/>
              <a:buNone/>
              <a:defRPr sz="3800"/>
            </a:lvl9pPr>
          </a:lstStyle>
          <a:p/>
        </p:txBody>
      </p:sp>
      <p:sp>
        <p:nvSpPr>
          <p:cNvPr id="52" name="Google Shape;52;g311fd254064_0_434"/>
          <p:cNvSpPr txBox="1"/>
          <p:nvPr>
            <p:ph idx="1" type="body"/>
          </p:nvPr>
        </p:nvSpPr>
        <p:spPr>
          <a:xfrm>
            <a:off x="498720" y="2345287"/>
            <a:ext cx="4492800" cy="4965000"/>
          </a:xfrm>
          <a:prstGeom prst="rect">
            <a:avLst/>
          </a:prstGeom>
        </p:spPr>
        <p:txBody>
          <a:bodyPr anchorCtr="0" anchor="t" bIns="146275" lIns="146275" spcFirstLastPara="1" rIns="146275" wrap="square" tIns="146275">
            <a:normAutofit/>
          </a:bodyPr>
          <a:lstStyle>
            <a:lvl1pPr indent="-349250" lvl="0" marL="457200">
              <a:spcBef>
                <a:spcPts val="0"/>
              </a:spcBef>
              <a:spcAft>
                <a:spcPts val="0"/>
              </a:spcAft>
              <a:buSzPts val="1900"/>
              <a:buChar char="●"/>
              <a:defRPr sz="1900"/>
            </a:lvl1pPr>
            <a:lvl2pPr indent="-349250" lvl="1" marL="914400">
              <a:spcBef>
                <a:spcPts val="0"/>
              </a:spcBef>
              <a:spcAft>
                <a:spcPts val="0"/>
              </a:spcAft>
              <a:buSzPts val="1900"/>
              <a:buChar char="○"/>
              <a:defRPr sz="1900"/>
            </a:lvl2pPr>
            <a:lvl3pPr indent="-349250" lvl="2" marL="1371600">
              <a:spcBef>
                <a:spcPts val="0"/>
              </a:spcBef>
              <a:spcAft>
                <a:spcPts val="0"/>
              </a:spcAft>
              <a:buSzPts val="1900"/>
              <a:buChar char="■"/>
              <a:defRPr sz="1900"/>
            </a:lvl3pPr>
            <a:lvl4pPr indent="-349250" lvl="3" marL="1828800">
              <a:spcBef>
                <a:spcPts val="0"/>
              </a:spcBef>
              <a:spcAft>
                <a:spcPts val="0"/>
              </a:spcAft>
              <a:buSzPts val="1900"/>
              <a:buChar char="●"/>
              <a:defRPr sz="1900"/>
            </a:lvl4pPr>
            <a:lvl5pPr indent="-349250" lvl="4" marL="2286000">
              <a:spcBef>
                <a:spcPts val="0"/>
              </a:spcBef>
              <a:spcAft>
                <a:spcPts val="0"/>
              </a:spcAft>
              <a:buSzPts val="1900"/>
              <a:buChar char="○"/>
              <a:defRPr sz="1900"/>
            </a:lvl5pPr>
            <a:lvl6pPr indent="-349250" lvl="5" marL="2743200">
              <a:spcBef>
                <a:spcPts val="0"/>
              </a:spcBef>
              <a:spcAft>
                <a:spcPts val="0"/>
              </a:spcAft>
              <a:buSzPts val="1900"/>
              <a:buChar char="■"/>
              <a:defRPr sz="1900"/>
            </a:lvl6pPr>
            <a:lvl7pPr indent="-349250" lvl="6" marL="3200400">
              <a:spcBef>
                <a:spcPts val="0"/>
              </a:spcBef>
              <a:spcAft>
                <a:spcPts val="0"/>
              </a:spcAft>
              <a:buSzPts val="1900"/>
              <a:buChar char="●"/>
              <a:defRPr sz="1900"/>
            </a:lvl7pPr>
            <a:lvl8pPr indent="-349250" lvl="7" marL="3657600">
              <a:spcBef>
                <a:spcPts val="0"/>
              </a:spcBef>
              <a:spcAft>
                <a:spcPts val="0"/>
              </a:spcAft>
              <a:buSzPts val="1900"/>
              <a:buChar char="○"/>
              <a:defRPr sz="1900"/>
            </a:lvl8pPr>
            <a:lvl9pPr indent="-349250" lvl="8" marL="4114800">
              <a:spcBef>
                <a:spcPts val="0"/>
              </a:spcBef>
              <a:spcAft>
                <a:spcPts val="0"/>
              </a:spcAft>
              <a:buSzPts val="1900"/>
              <a:buChar char="■"/>
              <a:defRPr sz="1900"/>
            </a:lvl9pPr>
          </a:lstStyle>
          <a:p/>
        </p:txBody>
      </p:sp>
      <p:sp>
        <p:nvSpPr>
          <p:cNvPr id="53" name="Google Shape;53;g311fd254064_0_434"/>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4" name="Shape 54"/>
        <p:cNvGrpSpPr/>
        <p:nvPr/>
      </p:nvGrpSpPr>
      <p:grpSpPr>
        <a:xfrm>
          <a:off x="0" y="0"/>
          <a:ext cx="0" cy="0"/>
          <a:chOff x="0" y="0"/>
          <a:chExt cx="0" cy="0"/>
        </a:xfrm>
      </p:grpSpPr>
      <p:grpSp>
        <p:nvGrpSpPr>
          <p:cNvPr id="55" name="Google Shape;55;g311fd254064_0_438"/>
          <p:cNvGrpSpPr/>
          <p:nvPr/>
        </p:nvGrpSpPr>
        <p:grpSpPr>
          <a:xfrm>
            <a:off x="9757405" y="8"/>
            <a:ext cx="4873000" cy="3248913"/>
            <a:chOff x="6098378" y="5"/>
            <a:chExt cx="3045625" cy="2030570"/>
          </a:xfrm>
        </p:grpSpPr>
        <p:sp>
          <p:nvSpPr>
            <p:cNvPr id="56" name="Google Shape;56;g311fd254064_0_438"/>
            <p:cNvSpPr/>
            <p:nvPr/>
          </p:nvSpPr>
          <p:spPr>
            <a:xfrm>
              <a:off x="8128803" y="16"/>
              <a:ext cx="1015200" cy="1015200"/>
            </a:xfrm>
            <a:prstGeom prst="rect">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57" name="Google Shape;57;g311fd254064_0_438"/>
            <p:cNvSpPr/>
            <p:nvPr/>
          </p:nvSpPr>
          <p:spPr>
            <a:xfrm flipH="1">
              <a:off x="7113463" y="5"/>
              <a:ext cx="1015200" cy="1015200"/>
            </a:xfrm>
            <a:prstGeom prst="rtTriangle">
              <a:avLst/>
            </a:prstGeom>
            <a:solidFill>
              <a:schemeClr val="accent5"/>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58" name="Google Shape;58;g311fd254064_0_438"/>
            <p:cNvSpPr/>
            <p:nvPr/>
          </p:nvSpPr>
          <p:spPr>
            <a:xfrm flipH="1" rot="10800000">
              <a:off x="7113588" y="107"/>
              <a:ext cx="1015200" cy="1015200"/>
            </a:xfrm>
            <a:prstGeom prst="rtTriangle">
              <a:avLst/>
            </a:prstGeom>
            <a:solidFill>
              <a:schemeClr val="accent3"/>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59" name="Google Shape;59;g311fd254064_0_438"/>
            <p:cNvSpPr/>
            <p:nvPr/>
          </p:nvSpPr>
          <p:spPr>
            <a:xfrm rot="10800000">
              <a:off x="6098378" y="97"/>
              <a:ext cx="1015200" cy="1015200"/>
            </a:xfrm>
            <a:prstGeom prst="rtTriangle">
              <a:avLst/>
            </a:prstGeom>
            <a:solidFill>
              <a:schemeClr val="accent5"/>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60" name="Google Shape;60;g311fd254064_0_438"/>
            <p:cNvSpPr/>
            <p:nvPr/>
          </p:nvSpPr>
          <p:spPr>
            <a:xfrm rot="10800000">
              <a:off x="8128789" y="1015375"/>
              <a:ext cx="1015200" cy="1015200"/>
            </a:xfrm>
            <a:prstGeom prst="rtTriangle">
              <a:avLst/>
            </a:prstGeom>
            <a:solidFill>
              <a:schemeClr val="accent5"/>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61" name="Google Shape;61;g311fd254064_0_438"/>
          <p:cNvSpPr txBox="1"/>
          <p:nvPr>
            <p:ph type="title"/>
          </p:nvPr>
        </p:nvSpPr>
        <p:spPr>
          <a:xfrm>
            <a:off x="784400" y="842160"/>
            <a:ext cx="8989800" cy="6545400"/>
          </a:xfrm>
          <a:prstGeom prst="rect">
            <a:avLst/>
          </a:prstGeom>
        </p:spPr>
        <p:txBody>
          <a:bodyPr anchorCtr="0" anchor="ctr" bIns="146275" lIns="146275" spcFirstLastPara="1" rIns="146275" wrap="square" tIns="146275">
            <a:normAutofit/>
          </a:bodyPr>
          <a:lstStyle>
            <a:lvl1pPr lvl="0">
              <a:spcBef>
                <a:spcPts val="0"/>
              </a:spcBef>
              <a:spcAft>
                <a:spcPts val="0"/>
              </a:spcAft>
              <a:buClr>
                <a:schemeClr val="lt1"/>
              </a:buClr>
              <a:buSzPts val="7700"/>
              <a:buNone/>
              <a:defRPr sz="7700">
                <a:solidFill>
                  <a:schemeClr val="lt1"/>
                </a:solidFill>
              </a:defRPr>
            </a:lvl1pPr>
            <a:lvl2pPr lvl="1">
              <a:spcBef>
                <a:spcPts val="0"/>
              </a:spcBef>
              <a:spcAft>
                <a:spcPts val="0"/>
              </a:spcAft>
              <a:buClr>
                <a:schemeClr val="lt1"/>
              </a:buClr>
              <a:buSzPts val="7700"/>
              <a:buNone/>
              <a:defRPr sz="7700">
                <a:solidFill>
                  <a:schemeClr val="lt1"/>
                </a:solidFill>
              </a:defRPr>
            </a:lvl2pPr>
            <a:lvl3pPr lvl="2">
              <a:spcBef>
                <a:spcPts val="0"/>
              </a:spcBef>
              <a:spcAft>
                <a:spcPts val="0"/>
              </a:spcAft>
              <a:buClr>
                <a:schemeClr val="lt1"/>
              </a:buClr>
              <a:buSzPts val="7700"/>
              <a:buNone/>
              <a:defRPr sz="7700">
                <a:solidFill>
                  <a:schemeClr val="lt1"/>
                </a:solidFill>
              </a:defRPr>
            </a:lvl3pPr>
            <a:lvl4pPr lvl="3">
              <a:spcBef>
                <a:spcPts val="0"/>
              </a:spcBef>
              <a:spcAft>
                <a:spcPts val="0"/>
              </a:spcAft>
              <a:buClr>
                <a:schemeClr val="lt1"/>
              </a:buClr>
              <a:buSzPts val="7700"/>
              <a:buNone/>
              <a:defRPr sz="7700">
                <a:solidFill>
                  <a:schemeClr val="lt1"/>
                </a:solidFill>
              </a:defRPr>
            </a:lvl4pPr>
            <a:lvl5pPr lvl="4">
              <a:spcBef>
                <a:spcPts val="0"/>
              </a:spcBef>
              <a:spcAft>
                <a:spcPts val="0"/>
              </a:spcAft>
              <a:buClr>
                <a:schemeClr val="lt1"/>
              </a:buClr>
              <a:buSzPts val="7700"/>
              <a:buNone/>
              <a:defRPr sz="7700">
                <a:solidFill>
                  <a:schemeClr val="lt1"/>
                </a:solidFill>
              </a:defRPr>
            </a:lvl5pPr>
            <a:lvl6pPr lvl="5">
              <a:spcBef>
                <a:spcPts val="0"/>
              </a:spcBef>
              <a:spcAft>
                <a:spcPts val="0"/>
              </a:spcAft>
              <a:buClr>
                <a:schemeClr val="lt1"/>
              </a:buClr>
              <a:buSzPts val="7700"/>
              <a:buNone/>
              <a:defRPr sz="7700">
                <a:solidFill>
                  <a:schemeClr val="lt1"/>
                </a:solidFill>
              </a:defRPr>
            </a:lvl6pPr>
            <a:lvl7pPr lvl="6">
              <a:spcBef>
                <a:spcPts val="0"/>
              </a:spcBef>
              <a:spcAft>
                <a:spcPts val="0"/>
              </a:spcAft>
              <a:buClr>
                <a:schemeClr val="lt1"/>
              </a:buClr>
              <a:buSzPts val="7700"/>
              <a:buNone/>
              <a:defRPr sz="7700">
                <a:solidFill>
                  <a:schemeClr val="lt1"/>
                </a:solidFill>
              </a:defRPr>
            </a:lvl7pPr>
            <a:lvl8pPr lvl="7">
              <a:spcBef>
                <a:spcPts val="0"/>
              </a:spcBef>
              <a:spcAft>
                <a:spcPts val="0"/>
              </a:spcAft>
              <a:buClr>
                <a:schemeClr val="lt1"/>
              </a:buClr>
              <a:buSzPts val="7700"/>
              <a:buNone/>
              <a:defRPr sz="7700">
                <a:solidFill>
                  <a:schemeClr val="lt1"/>
                </a:solidFill>
              </a:defRPr>
            </a:lvl8pPr>
            <a:lvl9pPr lvl="8">
              <a:spcBef>
                <a:spcPts val="0"/>
              </a:spcBef>
              <a:spcAft>
                <a:spcPts val="0"/>
              </a:spcAft>
              <a:buClr>
                <a:schemeClr val="lt1"/>
              </a:buClr>
              <a:buSzPts val="7700"/>
              <a:buNone/>
              <a:defRPr sz="7700">
                <a:solidFill>
                  <a:schemeClr val="lt1"/>
                </a:solidFill>
              </a:defRPr>
            </a:lvl9pPr>
          </a:lstStyle>
          <a:p/>
        </p:txBody>
      </p:sp>
      <p:sp>
        <p:nvSpPr>
          <p:cNvPr id="62" name="Google Shape;62;g311fd254064_0_438"/>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g311fd254064_0_447"/>
          <p:cNvSpPr/>
          <p:nvPr/>
        </p:nvSpPr>
        <p:spPr>
          <a:xfrm>
            <a:off x="7315200" y="-280"/>
            <a:ext cx="7315200" cy="8229600"/>
          </a:xfrm>
          <a:prstGeom prst="rect">
            <a:avLst/>
          </a:prstGeom>
          <a:solidFill>
            <a:schemeClr val="dk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cxnSp>
        <p:nvCxnSpPr>
          <p:cNvPr id="65" name="Google Shape;65;g311fd254064_0_447"/>
          <p:cNvCxnSpPr/>
          <p:nvPr/>
        </p:nvCxnSpPr>
        <p:spPr>
          <a:xfrm>
            <a:off x="8047480" y="7192800"/>
            <a:ext cx="749400" cy="0"/>
          </a:xfrm>
          <a:prstGeom prst="straightConnector1">
            <a:avLst/>
          </a:prstGeom>
          <a:noFill/>
          <a:ln cap="flat" cmpd="sng" w="19050">
            <a:solidFill>
              <a:schemeClr val="lt1"/>
            </a:solidFill>
            <a:prstDash val="solid"/>
            <a:round/>
            <a:headEnd len="sm" w="sm" type="none"/>
            <a:tailEnd len="sm" w="sm" type="none"/>
          </a:ln>
        </p:spPr>
      </p:cxnSp>
      <p:sp>
        <p:nvSpPr>
          <p:cNvPr id="66" name="Google Shape;66;g311fd254064_0_447"/>
          <p:cNvSpPr txBox="1"/>
          <p:nvPr>
            <p:ph type="title"/>
          </p:nvPr>
        </p:nvSpPr>
        <p:spPr>
          <a:xfrm>
            <a:off x="424800" y="1841760"/>
            <a:ext cx="6472200" cy="2503200"/>
          </a:xfrm>
          <a:prstGeom prst="rect">
            <a:avLst/>
          </a:prstGeom>
        </p:spPr>
        <p:txBody>
          <a:bodyPr anchorCtr="0" anchor="b" bIns="146275" lIns="146275" spcFirstLastPara="1" rIns="146275" wrap="square" tIns="146275">
            <a:normAutofit/>
          </a:bodyPr>
          <a:lstStyle>
            <a:lvl1pPr lvl="0" algn="ctr">
              <a:spcBef>
                <a:spcPts val="0"/>
              </a:spcBef>
              <a:spcAft>
                <a:spcPts val="0"/>
              </a:spcAft>
              <a:buSzPts val="6700"/>
              <a:buNone/>
              <a:defRPr sz="6700"/>
            </a:lvl1pPr>
            <a:lvl2pPr lvl="1" algn="ctr">
              <a:spcBef>
                <a:spcPts val="0"/>
              </a:spcBef>
              <a:spcAft>
                <a:spcPts val="0"/>
              </a:spcAft>
              <a:buSzPts val="6700"/>
              <a:buNone/>
              <a:defRPr sz="6700"/>
            </a:lvl2pPr>
            <a:lvl3pPr lvl="2" algn="ctr">
              <a:spcBef>
                <a:spcPts val="0"/>
              </a:spcBef>
              <a:spcAft>
                <a:spcPts val="0"/>
              </a:spcAft>
              <a:buSzPts val="6700"/>
              <a:buNone/>
              <a:defRPr sz="6700"/>
            </a:lvl3pPr>
            <a:lvl4pPr lvl="3" algn="ctr">
              <a:spcBef>
                <a:spcPts val="0"/>
              </a:spcBef>
              <a:spcAft>
                <a:spcPts val="0"/>
              </a:spcAft>
              <a:buSzPts val="6700"/>
              <a:buNone/>
              <a:defRPr sz="6700"/>
            </a:lvl4pPr>
            <a:lvl5pPr lvl="4" algn="ctr">
              <a:spcBef>
                <a:spcPts val="0"/>
              </a:spcBef>
              <a:spcAft>
                <a:spcPts val="0"/>
              </a:spcAft>
              <a:buSzPts val="6700"/>
              <a:buNone/>
              <a:defRPr sz="6700"/>
            </a:lvl5pPr>
            <a:lvl6pPr lvl="5" algn="ctr">
              <a:spcBef>
                <a:spcPts val="0"/>
              </a:spcBef>
              <a:spcAft>
                <a:spcPts val="0"/>
              </a:spcAft>
              <a:buSzPts val="6700"/>
              <a:buNone/>
              <a:defRPr sz="6700"/>
            </a:lvl6pPr>
            <a:lvl7pPr lvl="6" algn="ctr">
              <a:spcBef>
                <a:spcPts val="0"/>
              </a:spcBef>
              <a:spcAft>
                <a:spcPts val="0"/>
              </a:spcAft>
              <a:buSzPts val="6700"/>
              <a:buNone/>
              <a:defRPr sz="6700"/>
            </a:lvl7pPr>
            <a:lvl8pPr lvl="7" algn="ctr">
              <a:spcBef>
                <a:spcPts val="0"/>
              </a:spcBef>
              <a:spcAft>
                <a:spcPts val="0"/>
              </a:spcAft>
              <a:buSzPts val="6700"/>
              <a:buNone/>
              <a:defRPr sz="6700"/>
            </a:lvl8pPr>
            <a:lvl9pPr lvl="8" algn="ctr">
              <a:spcBef>
                <a:spcPts val="0"/>
              </a:spcBef>
              <a:spcAft>
                <a:spcPts val="0"/>
              </a:spcAft>
              <a:buSzPts val="6700"/>
              <a:buNone/>
              <a:defRPr sz="6700"/>
            </a:lvl9pPr>
          </a:lstStyle>
          <a:p/>
        </p:txBody>
      </p:sp>
      <p:sp>
        <p:nvSpPr>
          <p:cNvPr id="67" name="Google Shape;67;g311fd254064_0_447"/>
          <p:cNvSpPr txBox="1"/>
          <p:nvPr>
            <p:ph idx="1" type="subTitle"/>
          </p:nvPr>
        </p:nvSpPr>
        <p:spPr>
          <a:xfrm>
            <a:off x="424800" y="4430402"/>
            <a:ext cx="6472200" cy="2031000"/>
          </a:xfrm>
          <a:prstGeom prst="rect">
            <a:avLst/>
          </a:prstGeom>
        </p:spPr>
        <p:txBody>
          <a:bodyPr anchorCtr="0" anchor="t" bIns="146275" lIns="146275" spcFirstLastPara="1" rIns="146275" wrap="square" tIns="146275">
            <a:normAutofit/>
          </a:bodyPr>
          <a:lstStyle>
            <a:lvl1pPr lvl="0" algn="ctr">
              <a:lnSpc>
                <a:spcPct val="100000"/>
              </a:lnSpc>
              <a:spcBef>
                <a:spcPts val="0"/>
              </a:spcBef>
              <a:spcAft>
                <a:spcPts val="0"/>
              </a:spcAft>
              <a:buSzPts val="3400"/>
              <a:buNone/>
              <a:defRPr sz="3400"/>
            </a:lvl1pPr>
            <a:lvl2pPr lvl="1" algn="ctr">
              <a:lnSpc>
                <a:spcPct val="100000"/>
              </a:lnSpc>
              <a:spcBef>
                <a:spcPts val="0"/>
              </a:spcBef>
              <a:spcAft>
                <a:spcPts val="0"/>
              </a:spcAft>
              <a:buSzPts val="3400"/>
              <a:buNone/>
              <a:defRPr sz="3400"/>
            </a:lvl2pPr>
            <a:lvl3pPr lvl="2" algn="ctr">
              <a:lnSpc>
                <a:spcPct val="100000"/>
              </a:lnSpc>
              <a:spcBef>
                <a:spcPts val="0"/>
              </a:spcBef>
              <a:spcAft>
                <a:spcPts val="0"/>
              </a:spcAft>
              <a:buSzPts val="3400"/>
              <a:buNone/>
              <a:defRPr sz="3400"/>
            </a:lvl3pPr>
            <a:lvl4pPr lvl="3" algn="ctr">
              <a:lnSpc>
                <a:spcPct val="100000"/>
              </a:lnSpc>
              <a:spcBef>
                <a:spcPts val="0"/>
              </a:spcBef>
              <a:spcAft>
                <a:spcPts val="0"/>
              </a:spcAft>
              <a:buSzPts val="3400"/>
              <a:buNone/>
              <a:defRPr sz="3400"/>
            </a:lvl4pPr>
            <a:lvl5pPr lvl="4" algn="ctr">
              <a:lnSpc>
                <a:spcPct val="100000"/>
              </a:lnSpc>
              <a:spcBef>
                <a:spcPts val="0"/>
              </a:spcBef>
              <a:spcAft>
                <a:spcPts val="0"/>
              </a:spcAft>
              <a:buSzPts val="3400"/>
              <a:buNone/>
              <a:defRPr sz="3400"/>
            </a:lvl5pPr>
            <a:lvl6pPr lvl="5" algn="ctr">
              <a:lnSpc>
                <a:spcPct val="100000"/>
              </a:lnSpc>
              <a:spcBef>
                <a:spcPts val="0"/>
              </a:spcBef>
              <a:spcAft>
                <a:spcPts val="0"/>
              </a:spcAft>
              <a:buSzPts val="3400"/>
              <a:buNone/>
              <a:defRPr sz="3400"/>
            </a:lvl6pPr>
            <a:lvl7pPr lvl="6" algn="ctr">
              <a:lnSpc>
                <a:spcPct val="100000"/>
              </a:lnSpc>
              <a:spcBef>
                <a:spcPts val="0"/>
              </a:spcBef>
              <a:spcAft>
                <a:spcPts val="0"/>
              </a:spcAft>
              <a:buSzPts val="3400"/>
              <a:buNone/>
              <a:defRPr sz="3400"/>
            </a:lvl7pPr>
            <a:lvl8pPr lvl="7" algn="ctr">
              <a:lnSpc>
                <a:spcPct val="100000"/>
              </a:lnSpc>
              <a:spcBef>
                <a:spcPts val="0"/>
              </a:spcBef>
              <a:spcAft>
                <a:spcPts val="0"/>
              </a:spcAft>
              <a:buSzPts val="3400"/>
              <a:buNone/>
              <a:defRPr sz="3400"/>
            </a:lvl8pPr>
            <a:lvl9pPr lvl="8" algn="ctr">
              <a:lnSpc>
                <a:spcPct val="100000"/>
              </a:lnSpc>
              <a:spcBef>
                <a:spcPts val="0"/>
              </a:spcBef>
              <a:spcAft>
                <a:spcPts val="0"/>
              </a:spcAft>
              <a:buSzPts val="3400"/>
              <a:buNone/>
              <a:defRPr sz="3400"/>
            </a:lvl9pPr>
          </a:lstStyle>
          <a:p/>
        </p:txBody>
      </p:sp>
      <p:sp>
        <p:nvSpPr>
          <p:cNvPr id="68" name="Google Shape;68;g311fd254064_0_447"/>
          <p:cNvSpPr txBox="1"/>
          <p:nvPr>
            <p:ph idx="2" type="body"/>
          </p:nvPr>
        </p:nvSpPr>
        <p:spPr>
          <a:xfrm>
            <a:off x="7903200" y="1158720"/>
            <a:ext cx="6139200" cy="5912100"/>
          </a:xfrm>
          <a:prstGeom prst="rect">
            <a:avLst/>
          </a:prstGeom>
        </p:spPr>
        <p:txBody>
          <a:bodyPr anchorCtr="0" anchor="ctr" bIns="146275" lIns="146275" spcFirstLastPara="1" rIns="146275" wrap="square" tIns="146275">
            <a:normAutofit/>
          </a:bodyPr>
          <a:lstStyle>
            <a:lvl1pPr indent="-412750" lvl="0" marL="457200">
              <a:spcBef>
                <a:spcPts val="0"/>
              </a:spcBef>
              <a:spcAft>
                <a:spcPts val="0"/>
              </a:spcAft>
              <a:buClr>
                <a:schemeClr val="lt1"/>
              </a:buClr>
              <a:buSzPts val="2900"/>
              <a:buChar char="●"/>
              <a:defRPr>
                <a:solidFill>
                  <a:schemeClr val="lt1"/>
                </a:solidFill>
              </a:defRPr>
            </a:lvl1pPr>
            <a:lvl2pPr indent="-368300" lvl="1" marL="914400">
              <a:spcBef>
                <a:spcPts val="0"/>
              </a:spcBef>
              <a:spcAft>
                <a:spcPts val="0"/>
              </a:spcAft>
              <a:buClr>
                <a:schemeClr val="lt1"/>
              </a:buClr>
              <a:buSzPts val="2200"/>
              <a:buChar char="○"/>
              <a:defRPr>
                <a:solidFill>
                  <a:schemeClr val="lt1"/>
                </a:solidFill>
              </a:defRPr>
            </a:lvl2pPr>
            <a:lvl3pPr indent="-368300" lvl="2" marL="1371600">
              <a:spcBef>
                <a:spcPts val="0"/>
              </a:spcBef>
              <a:spcAft>
                <a:spcPts val="0"/>
              </a:spcAft>
              <a:buClr>
                <a:schemeClr val="lt1"/>
              </a:buClr>
              <a:buSzPts val="2200"/>
              <a:buChar char="■"/>
              <a:defRPr>
                <a:solidFill>
                  <a:schemeClr val="lt1"/>
                </a:solidFill>
              </a:defRPr>
            </a:lvl3pPr>
            <a:lvl4pPr indent="-368300" lvl="3" marL="1828800">
              <a:spcBef>
                <a:spcPts val="0"/>
              </a:spcBef>
              <a:spcAft>
                <a:spcPts val="0"/>
              </a:spcAft>
              <a:buClr>
                <a:schemeClr val="lt1"/>
              </a:buClr>
              <a:buSzPts val="2200"/>
              <a:buChar char="●"/>
              <a:defRPr>
                <a:solidFill>
                  <a:schemeClr val="lt1"/>
                </a:solidFill>
              </a:defRPr>
            </a:lvl4pPr>
            <a:lvl5pPr indent="-368300" lvl="4" marL="2286000">
              <a:spcBef>
                <a:spcPts val="0"/>
              </a:spcBef>
              <a:spcAft>
                <a:spcPts val="0"/>
              </a:spcAft>
              <a:buClr>
                <a:schemeClr val="lt1"/>
              </a:buClr>
              <a:buSzPts val="2200"/>
              <a:buChar char="○"/>
              <a:defRPr>
                <a:solidFill>
                  <a:schemeClr val="lt1"/>
                </a:solidFill>
              </a:defRPr>
            </a:lvl5pPr>
            <a:lvl6pPr indent="-368300" lvl="5" marL="2743200">
              <a:spcBef>
                <a:spcPts val="0"/>
              </a:spcBef>
              <a:spcAft>
                <a:spcPts val="0"/>
              </a:spcAft>
              <a:buClr>
                <a:schemeClr val="lt1"/>
              </a:buClr>
              <a:buSzPts val="2200"/>
              <a:buChar char="■"/>
              <a:defRPr>
                <a:solidFill>
                  <a:schemeClr val="lt1"/>
                </a:solidFill>
              </a:defRPr>
            </a:lvl6pPr>
            <a:lvl7pPr indent="-368300" lvl="6" marL="3200400">
              <a:spcBef>
                <a:spcPts val="0"/>
              </a:spcBef>
              <a:spcAft>
                <a:spcPts val="0"/>
              </a:spcAft>
              <a:buClr>
                <a:schemeClr val="lt1"/>
              </a:buClr>
              <a:buSzPts val="2200"/>
              <a:buChar char="●"/>
              <a:defRPr>
                <a:solidFill>
                  <a:schemeClr val="lt1"/>
                </a:solidFill>
              </a:defRPr>
            </a:lvl7pPr>
            <a:lvl8pPr indent="-368300" lvl="7" marL="3657600">
              <a:spcBef>
                <a:spcPts val="0"/>
              </a:spcBef>
              <a:spcAft>
                <a:spcPts val="0"/>
              </a:spcAft>
              <a:buClr>
                <a:schemeClr val="lt1"/>
              </a:buClr>
              <a:buSzPts val="2200"/>
              <a:buChar char="○"/>
              <a:defRPr>
                <a:solidFill>
                  <a:schemeClr val="lt1"/>
                </a:solidFill>
              </a:defRPr>
            </a:lvl8pPr>
            <a:lvl9pPr indent="-368300" lvl="8" marL="4114800">
              <a:spcBef>
                <a:spcPts val="0"/>
              </a:spcBef>
              <a:spcAft>
                <a:spcPts val="0"/>
              </a:spcAft>
              <a:buClr>
                <a:schemeClr val="lt1"/>
              </a:buClr>
              <a:buSzPts val="2200"/>
              <a:buChar char="■"/>
              <a:defRPr>
                <a:solidFill>
                  <a:schemeClr val="lt1"/>
                </a:solidFill>
              </a:defRPr>
            </a:lvl9pPr>
          </a:lstStyle>
          <a:p/>
        </p:txBody>
      </p:sp>
      <p:sp>
        <p:nvSpPr>
          <p:cNvPr id="69" name="Google Shape;69;g311fd254064_0_447"/>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g311fd254064_0_454"/>
          <p:cNvSpPr txBox="1"/>
          <p:nvPr>
            <p:ph idx="1" type="body"/>
          </p:nvPr>
        </p:nvSpPr>
        <p:spPr>
          <a:xfrm>
            <a:off x="511200" y="6768920"/>
            <a:ext cx="9598200" cy="958200"/>
          </a:xfrm>
          <a:prstGeom prst="rect">
            <a:avLst/>
          </a:prstGeom>
        </p:spPr>
        <p:txBody>
          <a:bodyPr anchorCtr="0" anchor="ctr" bIns="146275" lIns="146275" spcFirstLastPara="1" rIns="146275" wrap="square" tIns="146275">
            <a:normAutofit/>
          </a:bodyPr>
          <a:lstStyle>
            <a:lvl1pPr indent="-228600" lvl="0" marL="457200">
              <a:lnSpc>
                <a:spcPct val="100000"/>
              </a:lnSpc>
              <a:spcBef>
                <a:spcPts val="0"/>
              </a:spcBef>
              <a:spcAft>
                <a:spcPts val="0"/>
              </a:spcAft>
              <a:buSzPts val="2900"/>
              <a:buNone/>
              <a:defRPr/>
            </a:lvl1pPr>
          </a:lstStyle>
          <a:p/>
        </p:txBody>
      </p:sp>
      <p:sp>
        <p:nvSpPr>
          <p:cNvPr id="72" name="Google Shape;72;g311fd254064_0_454"/>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g311fd254064_0_457"/>
          <p:cNvGrpSpPr/>
          <p:nvPr/>
        </p:nvGrpSpPr>
        <p:grpSpPr>
          <a:xfrm>
            <a:off x="9757405" y="8"/>
            <a:ext cx="4873000" cy="3248913"/>
            <a:chOff x="6098378" y="5"/>
            <a:chExt cx="3045625" cy="2030570"/>
          </a:xfrm>
        </p:grpSpPr>
        <p:sp>
          <p:nvSpPr>
            <p:cNvPr id="75" name="Google Shape;75;g311fd254064_0_457"/>
            <p:cNvSpPr/>
            <p:nvPr/>
          </p:nvSpPr>
          <p:spPr>
            <a:xfrm>
              <a:off x="8128803" y="16"/>
              <a:ext cx="1015200" cy="1015200"/>
            </a:xfrm>
            <a:prstGeom prst="rect">
              <a:avLst/>
            </a:prstGeom>
            <a:solidFill>
              <a:schemeClr val="accen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76" name="Google Shape;76;g311fd254064_0_457"/>
            <p:cNvSpPr/>
            <p:nvPr/>
          </p:nvSpPr>
          <p:spPr>
            <a:xfrm flipH="1">
              <a:off x="7113463" y="5"/>
              <a:ext cx="1015200" cy="1015200"/>
            </a:xfrm>
            <a:prstGeom prst="rtTriangle">
              <a:avLst/>
            </a:prstGeom>
            <a:solidFill>
              <a:schemeClr val="accent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77" name="Google Shape;77;g311fd254064_0_457"/>
            <p:cNvSpPr/>
            <p:nvPr/>
          </p:nvSpPr>
          <p:spPr>
            <a:xfrm flipH="1" rot="10800000">
              <a:off x="7113588" y="107"/>
              <a:ext cx="1015200" cy="1015200"/>
            </a:xfrm>
            <a:prstGeom prst="rtTriangle">
              <a:avLst/>
            </a:prstGeom>
            <a:solidFill>
              <a:schemeClr val="accent6"/>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78" name="Google Shape;78;g311fd254064_0_457"/>
            <p:cNvSpPr/>
            <p:nvPr/>
          </p:nvSpPr>
          <p:spPr>
            <a:xfrm rot="10800000">
              <a:off x="6098378" y="97"/>
              <a:ext cx="1015200" cy="1015200"/>
            </a:xfrm>
            <a:prstGeom prst="rtTriangle">
              <a:avLst/>
            </a:prstGeom>
            <a:solidFill>
              <a:schemeClr val="accent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sp>
          <p:nvSpPr>
            <p:cNvPr id="79" name="Google Shape;79;g311fd254064_0_457"/>
            <p:cNvSpPr/>
            <p:nvPr/>
          </p:nvSpPr>
          <p:spPr>
            <a:xfrm rot="10800000">
              <a:off x="8128789" y="1015375"/>
              <a:ext cx="1015200" cy="1015200"/>
            </a:xfrm>
            <a:prstGeom prst="rtTriangle">
              <a:avLst/>
            </a:prstGeom>
            <a:solidFill>
              <a:schemeClr val="accent6"/>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grpSp>
      <p:sp>
        <p:nvSpPr>
          <p:cNvPr id="80" name="Google Shape;80;g311fd254064_0_457"/>
          <p:cNvSpPr txBox="1"/>
          <p:nvPr>
            <p:ph hasCustomPrompt="1" type="title"/>
          </p:nvPr>
        </p:nvSpPr>
        <p:spPr>
          <a:xfrm>
            <a:off x="498720" y="2009680"/>
            <a:ext cx="13632900" cy="3249000"/>
          </a:xfrm>
          <a:prstGeom prst="rect">
            <a:avLst/>
          </a:prstGeom>
        </p:spPr>
        <p:txBody>
          <a:bodyPr anchorCtr="0" anchor="b" bIns="146275" lIns="146275" spcFirstLastPara="1" rIns="146275" wrap="square" tIns="146275">
            <a:normAutofit/>
          </a:bodyPr>
          <a:lstStyle>
            <a:lvl1pPr lvl="0" algn="ctr">
              <a:spcBef>
                <a:spcPts val="0"/>
              </a:spcBef>
              <a:spcAft>
                <a:spcPts val="0"/>
              </a:spcAft>
              <a:buClr>
                <a:schemeClr val="lt1"/>
              </a:buClr>
              <a:buSzPts val="19200"/>
              <a:buNone/>
              <a:defRPr sz="19200">
                <a:solidFill>
                  <a:schemeClr val="lt1"/>
                </a:solidFill>
              </a:defRPr>
            </a:lvl1pPr>
            <a:lvl2pPr lvl="1" algn="ctr">
              <a:spcBef>
                <a:spcPts val="0"/>
              </a:spcBef>
              <a:spcAft>
                <a:spcPts val="0"/>
              </a:spcAft>
              <a:buClr>
                <a:schemeClr val="lt1"/>
              </a:buClr>
              <a:buSzPts val="19200"/>
              <a:buNone/>
              <a:defRPr sz="19200">
                <a:solidFill>
                  <a:schemeClr val="lt1"/>
                </a:solidFill>
              </a:defRPr>
            </a:lvl2pPr>
            <a:lvl3pPr lvl="2" algn="ctr">
              <a:spcBef>
                <a:spcPts val="0"/>
              </a:spcBef>
              <a:spcAft>
                <a:spcPts val="0"/>
              </a:spcAft>
              <a:buClr>
                <a:schemeClr val="lt1"/>
              </a:buClr>
              <a:buSzPts val="19200"/>
              <a:buNone/>
              <a:defRPr sz="19200">
                <a:solidFill>
                  <a:schemeClr val="lt1"/>
                </a:solidFill>
              </a:defRPr>
            </a:lvl3pPr>
            <a:lvl4pPr lvl="3" algn="ctr">
              <a:spcBef>
                <a:spcPts val="0"/>
              </a:spcBef>
              <a:spcAft>
                <a:spcPts val="0"/>
              </a:spcAft>
              <a:buClr>
                <a:schemeClr val="lt1"/>
              </a:buClr>
              <a:buSzPts val="19200"/>
              <a:buNone/>
              <a:defRPr sz="19200">
                <a:solidFill>
                  <a:schemeClr val="lt1"/>
                </a:solidFill>
              </a:defRPr>
            </a:lvl4pPr>
            <a:lvl5pPr lvl="4" algn="ctr">
              <a:spcBef>
                <a:spcPts val="0"/>
              </a:spcBef>
              <a:spcAft>
                <a:spcPts val="0"/>
              </a:spcAft>
              <a:buClr>
                <a:schemeClr val="lt1"/>
              </a:buClr>
              <a:buSzPts val="19200"/>
              <a:buNone/>
              <a:defRPr sz="19200">
                <a:solidFill>
                  <a:schemeClr val="lt1"/>
                </a:solidFill>
              </a:defRPr>
            </a:lvl5pPr>
            <a:lvl6pPr lvl="5" algn="ctr">
              <a:spcBef>
                <a:spcPts val="0"/>
              </a:spcBef>
              <a:spcAft>
                <a:spcPts val="0"/>
              </a:spcAft>
              <a:buClr>
                <a:schemeClr val="lt1"/>
              </a:buClr>
              <a:buSzPts val="19200"/>
              <a:buNone/>
              <a:defRPr sz="19200">
                <a:solidFill>
                  <a:schemeClr val="lt1"/>
                </a:solidFill>
              </a:defRPr>
            </a:lvl6pPr>
            <a:lvl7pPr lvl="6" algn="ctr">
              <a:spcBef>
                <a:spcPts val="0"/>
              </a:spcBef>
              <a:spcAft>
                <a:spcPts val="0"/>
              </a:spcAft>
              <a:buClr>
                <a:schemeClr val="lt1"/>
              </a:buClr>
              <a:buSzPts val="19200"/>
              <a:buNone/>
              <a:defRPr sz="19200">
                <a:solidFill>
                  <a:schemeClr val="lt1"/>
                </a:solidFill>
              </a:defRPr>
            </a:lvl7pPr>
            <a:lvl8pPr lvl="7" algn="ctr">
              <a:spcBef>
                <a:spcPts val="0"/>
              </a:spcBef>
              <a:spcAft>
                <a:spcPts val="0"/>
              </a:spcAft>
              <a:buClr>
                <a:schemeClr val="lt1"/>
              </a:buClr>
              <a:buSzPts val="19200"/>
              <a:buNone/>
              <a:defRPr sz="19200">
                <a:solidFill>
                  <a:schemeClr val="lt1"/>
                </a:solidFill>
              </a:defRPr>
            </a:lvl8pPr>
            <a:lvl9pPr lvl="8" algn="ctr">
              <a:spcBef>
                <a:spcPts val="0"/>
              </a:spcBef>
              <a:spcAft>
                <a:spcPts val="0"/>
              </a:spcAft>
              <a:buClr>
                <a:schemeClr val="lt1"/>
              </a:buClr>
              <a:buSzPts val="19200"/>
              <a:buNone/>
              <a:defRPr sz="19200">
                <a:solidFill>
                  <a:schemeClr val="lt1"/>
                </a:solidFill>
              </a:defRPr>
            </a:lvl9pPr>
          </a:lstStyle>
          <a:p>
            <a:r>
              <a:t>xx%</a:t>
            </a:r>
          </a:p>
        </p:txBody>
      </p:sp>
      <p:sp>
        <p:nvSpPr>
          <p:cNvPr id="81" name="Google Shape;81;g311fd254064_0_457"/>
          <p:cNvSpPr txBox="1"/>
          <p:nvPr>
            <p:ph idx="1" type="body"/>
          </p:nvPr>
        </p:nvSpPr>
        <p:spPr>
          <a:xfrm>
            <a:off x="498720" y="5390760"/>
            <a:ext cx="13632900" cy="2051100"/>
          </a:xfrm>
          <a:prstGeom prst="rect">
            <a:avLst/>
          </a:prstGeom>
        </p:spPr>
        <p:txBody>
          <a:bodyPr anchorCtr="0" anchor="t" bIns="146275" lIns="146275" spcFirstLastPara="1" rIns="146275" wrap="square" tIns="146275">
            <a:normAutofit/>
          </a:bodyPr>
          <a:lstStyle>
            <a:lvl1pPr indent="-412750" lvl="0" marL="457200" algn="ctr">
              <a:spcBef>
                <a:spcPts val="0"/>
              </a:spcBef>
              <a:spcAft>
                <a:spcPts val="0"/>
              </a:spcAft>
              <a:buClr>
                <a:schemeClr val="lt1"/>
              </a:buClr>
              <a:buSzPts val="2900"/>
              <a:buChar char="●"/>
              <a:defRPr>
                <a:solidFill>
                  <a:schemeClr val="lt1"/>
                </a:solidFill>
              </a:defRPr>
            </a:lvl1pPr>
            <a:lvl2pPr indent="-368300" lvl="1" marL="914400" algn="ctr">
              <a:spcBef>
                <a:spcPts val="0"/>
              </a:spcBef>
              <a:spcAft>
                <a:spcPts val="0"/>
              </a:spcAft>
              <a:buClr>
                <a:schemeClr val="lt1"/>
              </a:buClr>
              <a:buSzPts val="2200"/>
              <a:buChar char="○"/>
              <a:defRPr>
                <a:solidFill>
                  <a:schemeClr val="lt1"/>
                </a:solidFill>
              </a:defRPr>
            </a:lvl2pPr>
            <a:lvl3pPr indent="-368300" lvl="2" marL="1371600" algn="ctr">
              <a:spcBef>
                <a:spcPts val="0"/>
              </a:spcBef>
              <a:spcAft>
                <a:spcPts val="0"/>
              </a:spcAft>
              <a:buClr>
                <a:schemeClr val="lt1"/>
              </a:buClr>
              <a:buSzPts val="2200"/>
              <a:buChar char="■"/>
              <a:defRPr>
                <a:solidFill>
                  <a:schemeClr val="lt1"/>
                </a:solidFill>
              </a:defRPr>
            </a:lvl3pPr>
            <a:lvl4pPr indent="-368300" lvl="3" marL="1828800" algn="ctr">
              <a:spcBef>
                <a:spcPts val="0"/>
              </a:spcBef>
              <a:spcAft>
                <a:spcPts val="0"/>
              </a:spcAft>
              <a:buClr>
                <a:schemeClr val="lt1"/>
              </a:buClr>
              <a:buSzPts val="2200"/>
              <a:buChar char="●"/>
              <a:defRPr>
                <a:solidFill>
                  <a:schemeClr val="lt1"/>
                </a:solidFill>
              </a:defRPr>
            </a:lvl4pPr>
            <a:lvl5pPr indent="-368300" lvl="4" marL="2286000" algn="ctr">
              <a:spcBef>
                <a:spcPts val="0"/>
              </a:spcBef>
              <a:spcAft>
                <a:spcPts val="0"/>
              </a:spcAft>
              <a:buClr>
                <a:schemeClr val="lt1"/>
              </a:buClr>
              <a:buSzPts val="2200"/>
              <a:buChar char="○"/>
              <a:defRPr>
                <a:solidFill>
                  <a:schemeClr val="lt1"/>
                </a:solidFill>
              </a:defRPr>
            </a:lvl5pPr>
            <a:lvl6pPr indent="-368300" lvl="5" marL="2743200" algn="ctr">
              <a:spcBef>
                <a:spcPts val="0"/>
              </a:spcBef>
              <a:spcAft>
                <a:spcPts val="0"/>
              </a:spcAft>
              <a:buClr>
                <a:schemeClr val="lt1"/>
              </a:buClr>
              <a:buSzPts val="2200"/>
              <a:buChar char="■"/>
              <a:defRPr>
                <a:solidFill>
                  <a:schemeClr val="lt1"/>
                </a:solidFill>
              </a:defRPr>
            </a:lvl6pPr>
            <a:lvl7pPr indent="-368300" lvl="6" marL="3200400" algn="ctr">
              <a:spcBef>
                <a:spcPts val="0"/>
              </a:spcBef>
              <a:spcAft>
                <a:spcPts val="0"/>
              </a:spcAft>
              <a:buClr>
                <a:schemeClr val="lt1"/>
              </a:buClr>
              <a:buSzPts val="2200"/>
              <a:buChar char="●"/>
              <a:defRPr>
                <a:solidFill>
                  <a:schemeClr val="lt1"/>
                </a:solidFill>
              </a:defRPr>
            </a:lvl7pPr>
            <a:lvl8pPr indent="-368300" lvl="7" marL="3657600" algn="ctr">
              <a:spcBef>
                <a:spcPts val="0"/>
              </a:spcBef>
              <a:spcAft>
                <a:spcPts val="0"/>
              </a:spcAft>
              <a:buClr>
                <a:schemeClr val="lt1"/>
              </a:buClr>
              <a:buSzPts val="2200"/>
              <a:buChar char="○"/>
              <a:defRPr>
                <a:solidFill>
                  <a:schemeClr val="lt1"/>
                </a:solidFill>
              </a:defRPr>
            </a:lvl8pPr>
            <a:lvl9pPr indent="-368300" lvl="8" marL="4114800" algn="ctr">
              <a:spcBef>
                <a:spcPts val="0"/>
              </a:spcBef>
              <a:spcAft>
                <a:spcPts val="0"/>
              </a:spcAft>
              <a:buClr>
                <a:schemeClr val="lt1"/>
              </a:buClr>
              <a:buSzPts val="2200"/>
              <a:buChar char="■"/>
              <a:defRPr>
                <a:solidFill>
                  <a:schemeClr val="lt1"/>
                </a:solidFill>
              </a:defRPr>
            </a:lvl9pPr>
          </a:lstStyle>
          <a:p/>
        </p:txBody>
      </p:sp>
      <p:sp>
        <p:nvSpPr>
          <p:cNvPr id="82" name="Google Shape;82;g311fd254064_0_457"/>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g311fd254064_0_467"/>
          <p:cNvSpPr txBox="1"/>
          <p:nvPr>
            <p:ph idx="12" type="sldNum"/>
          </p:nvPr>
        </p:nvSpPr>
        <p:spPr>
          <a:xfrm>
            <a:off x="13536690" y="7441904"/>
            <a:ext cx="877800" cy="629700"/>
          </a:xfrm>
          <a:prstGeom prst="rect">
            <a:avLst/>
          </a:prstGeom>
        </p:spPr>
        <p:txBody>
          <a:bodyPr anchorCtr="0" anchor="ctr" bIns="146275" lIns="146275" spcFirstLastPara="1" rIns="146275" wrap="square" tIns="146275">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5" name="Shape 85"/>
        <p:cNvGrpSpPr/>
        <p:nvPr/>
      </p:nvGrpSpPr>
      <p:grpSpPr>
        <a:xfrm>
          <a:off x="0" y="0"/>
          <a:ext cx="0" cy="0"/>
          <a:chOff x="0" y="0"/>
          <a:chExt cx="0" cy="0"/>
        </a:xfrm>
      </p:grpSpPr>
      <p:sp>
        <p:nvSpPr>
          <p:cNvPr id="86" name="Google Shape;86;g311fd254064_0_469"/>
          <p:cNvSpPr/>
          <p:nvPr>
            <p:ph idx="2" type="pic"/>
          </p:nvPr>
        </p:nvSpPr>
        <p:spPr>
          <a:xfrm>
            <a:off x="0" y="0"/>
            <a:ext cx="14630400" cy="8229600"/>
          </a:xfrm>
          <a:prstGeom prst="rect">
            <a:avLst/>
          </a:prstGeom>
          <a:noFill/>
          <a:ln>
            <a:noFill/>
          </a:ln>
        </p:spPr>
      </p:sp>
      <p:sp>
        <p:nvSpPr>
          <p:cNvPr id="87" name="Google Shape;87;g311fd254064_0_469"/>
          <p:cNvSpPr txBox="1"/>
          <p:nvPr>
            <p:ph idx="1" type="body"/>
          </p:nvPr>
        </p:nvSpPr>
        <p:spPr>
          <a:xfrm>
            <a:off x="8758054" y="2977201"/>
            <a:ext cx="4188000" cy="630900"/>
          </a:xfrm>
          <a:prstGeom prst="rect">
            <a:avLst/>
          </a:prstGeom>
          <a:noFill/>
          <a:ln>
            <a:noFill/>
          </a:ln>
        </p:spPr>
        <p:txBody>
          <a:bodyPr anchorCtr="0" anchor="t" bIns="45700" lIns="45700" spcFirstLastPara="1" rIns="45700" wrap="square" tIns="45700">
            <a:spAutoFit/>
          </a:bodyPr>
          <a:lstStyle>
            <a:lvl1pPr indent="-228600" lvl="0" marL="457200" algn="l">
              <a:lnSpc>
                <a:spcPct val="100000"/>
              </a:lnSpc>
              <a:spcBef>
                <a:spcPts val="0"/>
              </a:spcBef>
              <a:spcAft>
                <a:spcPts val="0"/>
              </a:spcAft>
              <a:buSzPts val="1400"/>
              <a:buNone/>
              <a:defRPr b="1" sz="3500">
                <a:solidFill>
                  <a:schemeClr val="lt1"/>
                </a:solidFill>
                <a:latin typeface="Lato"/>
                <a:ea typeface="Lato"/>
                <a:cs typeface="Lato"/>
                <a:sym typeface="Lato"/>
              </a:defRPr>
            </a:lvl1pPr>
            <a:lvl2pPr indent="-228600" lvl="1" marL="914400" algn="l">
              <a:lnSpc>
                <a:spcPct val="100000"/>
              </a:lnSpc>
              <a:spcBef>
                <a:spcPts val="0"/>
              </a:spcBef>
              <a:spcAft>
                <a:spcPts val="0"/>
              </a:spcAft>
              <a:buSzPts val="1400"/>
              <a:buNone/>
              <a:defRPr sz="3500">
                <a:solidFill>
                  <a:schemeClr val="lt1"/>
                </a:solidFill>
                <a:latin typeface="Lato"/>
                <a:ea typeface="Lato"/>
                <a:cs typeface="Lato"/>
                <a:sym typeface="Lato"/>
              </a:defRPr>
            </a:lvl2pPr>
            <a:lvl3pPr indent="-228600" lvl="2" marL="1371600" algn="l">
              <a:lnSpc>
                <a:spcPct val="100000"/>
              </a:lnSpc>
              <a:spcBef>
                <a:spcPts val="0"/>
              </a:spcBef>
              <a:spcAft>
                <a:spcPts val="0"/>
              </a:spcAft>
              <a:buSzPts val="1400"/>
              <a:buNone/>
              <a:defRPr sz="3500">
                <a:solidFill>
                  <a:schemeClr val="lt1"/>
                </a:solidFill>
                <a:latin typeface="Lato"/>
                <a:ea typeface="Lato"/>
                <a:cs typeface="Lato"/>
                <a:sym typeface="Lato"/>
              </a:defRPr>
            </a:lvl3pPr>
            <a:lvl4pPr indent="-228600" lvl="3" marL="1828800" algn="l">
              <a:lnSpc>
                <a:spcPct val="100000"/>
              </a:lnSpc>
              <a:spcBef>
                <a:spcPts val="0"/>
              </a:spcBef>
              <a:spcAft>
                <a:spcPts val="0"/>
              </a:spcAft>
              <a:buSzPts val="1400"/>
              <a:buNone/>
              <a:defRPr sz="3500">
                <a:solidFill>
                  <a:schemeClr val="lt1"/>
                </a:solidFill>
                <a:latin typeface="Lato"/>
                <a:ea typeface="Lato"/>
                <a:cs typeface="Lato"/>
                <a:sym typeface="Lato"/>
              </a:defRPr>
            </a:lvl4pPr>
            <a:lvl5pPr indent="-228600" lvl="4" marL="2286000" algn="l">
              <a:lnSpc>
                <a:spcPct val="100000"/>
              </a:lnSpc>
              <a:spcBef>
                <a:spcPts val="0"/>
              </a:spcBef>
              <a:spcAft>
                <a:spcPts val="0"/>
              </a:spcAft>
              <a:buSzPts val="1400"/>
              <a:buNone/>
              <a:defRPr sz="3500">
                <a:solidFill>
                  <a:schemeClr val="lt1"/>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88" name="Google Shape;88;g311fd254064_0_469"/>
          <p:cNvSpPr txBox="1"/>
          <p:nvPr>
            <p:ph idx="3" type="body"/>
          </p:nvPr>
        </p:nvSpPr>
        <p:spPr>
          <a:xfrm>
            <a:off x="8758054" y="5535047"/>
            <a:ext cx="4188000" cy="477000"/>
          </a:xfrm>
          <a:prstGeom prst="rect">
            <a:avLst/>
          </a:prstGeom>
          <a:noFill/>
          <a:ln>
            <a:noFill/>
          </a:ln>
        </p:spPr>
        <p:txBody>
          <a:bodyPr anchorCtr="0" anchor="t" bIns="45700" lIns="45700" spcFirstLastPara="1" rIns="45700" wrap="square" tIns="45700">
            <a:spAutoFit/>
          </a:bodyPr>
          <a:lstStyle>
            <a:lvl1pPr indent="-228600" lvl="0" marL="457200" algn="l">
              <a:lnSpc>
                <a:spcPct val="100000"/>
              </a:lnSpc>
              <a:spcBef>
                <a:spcPts val="0"/>
              </a:spcBef>
              <a:spcAft>
                <a:spcPts val="0"/>
              </a:spcAft>
              <a:buSzPts val="1400"/>
              <a:buNone/>
              <a:defRPr sz="2500">
                <a:solidFill>
                  <a:schemeClr val="lt1"/>
                </a:solidFill>
                <a:latin typeface="Lato"/>
                <a:ea typeface="Lato"/>
                <a:cs typeface="Lato"/>
                <a:sym typeface="Lato"/>
              </a:defRPr>
            </a:lvl1pPr>
            <a:lvl2pPr indent="-228600" lvl="1" marL="914400" algn="l">
              <a:lnSpc>
                <a:spcPct val="100000"/>
              </a:lnSpc>
              <a:spcBef>
                <a:spcPts val="0"/>
              </a:spcBef>
              <a:spcAft>
                <a:spcPts val="0"/>
              </a:spcAft>
              <a:buSzPts val="1400"/>
              <a:buNone/>
              <a:defRPr sz="2500">
                <a:solidFill>
                  <a:schemeClr val="lt1"/>
                </a:solidFill>
                <a:latin typeface="Lato"/>
                <a:ea typeface="Lato"/>
                <a:cs typeface="Lato"/>
                <a:sym typeface="Lato"/>
              </a:defRPr>
            </a:lvl2pPr>
            <a:lvl3pPr indent="-228600" lvl="2" marL="1371600" algn="l">
              <a:lnSpc>
                <a:spcPct val="100000"/>
              </a:lnSpc>
              <a:spcBef>
                <a:spcPts val="0"/>
              </a:spcBef>
              <a:spcAft>
                <a:spcPts val="0"/>
              </a:spcAft>
              <a:buSzPts val="1400"/>
              <a:buNone/>
              <a:defRPr sz="2500">
                <a:solidFill>
                  <a:schemeClr val="lt1"/>
                </a:solidFill>
                <a:latin typeface="Lato"/>
                <a:ea typeface="Lato"/>
                <a:cs typeface="Lato"/>
                <a:sym typeface="Lato"/>
              </a:defRPr>
            </a:lvl3pPr>
            <a:lvl4pPr indent="-228600" lvl="3" marL="1828800" algn="l">
              <a:lnSpc>
                <a:spcPct val="100000"/>
              </a:lnSpc>
              <a:spcBef>
                <a:spcPts val="0"/>
              </a:spcBef>
              <a:spcAft>
                <a:spcPts val="0"/>
              </a:spcAft>
              <a:buSzPts val="1400"/>
              <a:buNone/>
              <a:defRPr sz="2500">
                <a:solidFill>
                  <a:schemeClr val="lt1"/>
                </a:solidFill>
                <a:latin typeface="Lato"/>
                <a:ea typeface="Lato"/>
                <a:cs typeface="Lato"/>
                <a:sym typeface="Lato"/>
              </a:defRPr>
            </a:lvl4pPr>
            <a:lvl5pPr indent="-228600" lvl="4" marL="2286000" algn="l">
              <a:lnSpc>
                <a:spcPct val="100000"/>
              </a:lnSpc>
              <a:spcBef>
                <a:spcPts val="0"/>
              </a:spcBef>
              <a:spcAft>
                <a:spcPts val="0"/>
              </a:spcAft>
              <a:buSzPts val="1400"/>
              <a:buNone/>
              <a:defRPr sz="2500">
                <a:solidFill>
                  <a:schemeClr val="lt1"/>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orient="horz" pos="2592">
          <p15:clr>
            <a:srgbClr val="FBAE40"/>
          </p15:clr>
        </p15:guide>
        <p15:guide id="2" pos="460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89" name="Shape 89"/>
        <p:cNvGrpSpPr/>
        <p:nvPr/>
      </p:nvGrpSpPr>
      <p:grpSpPr>
        <a:xfrm>
          <a:off x="0" y="0"/>
          <a:ext cx="0" cy="0"/>
          <a:chOff x="0" y="0"/>
          <a:chExt cx="0" cy="0"/>
        </a:xfrm>
      </p:grpSpPr>
      <p:sp>
        <p:nvSpPr>
          <p:cNvPr id="90" name="Google Shape;90;g311fd254064_0_473"/>
          <p:cNvSpPr txBox="1"/>
          <p:nvPr>
            <p:ph idx="1" type="body"/>
          </p:nvPr>
        </p:nvSpPr>
        <p:spPr>
          <a:xfrm>
            <a:off x="8305800" y="1166813"/>
            <a:ext cx="1316100" cy="4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3000">
                <a:solidFill>
                  <a:srgbClr val="F4AE3C"/>
                </a:solidFill>
                <a:latin typeface="Lato"/>
                <a:ea typeface="Lato"/>
                <a:cs typeface="Lato"/>
                <a:sym typeface="Lato"/>
              </a:defRPr>
            </a:lvl1pPr>
            <a:lvl2pPr indent="-228600" lvl="1" marL="914400" algn="l">
              <a:lnSpc>
                <a:spcPct val="100000"/>
              </a:lnSpc>
              <a:spcBef>
                <a:spcPts val="0"/>
              </a:spcBef>
              <a:spcAft>
                <a:spcPts val="0"/>
              </a:spcAft>
              <a:buSzPts val="1400"/>
              <a:buNone/>
              <a:defRPr sz="3000">
                <a:solidFill>
                  <a:schemeClr val="dk1"/>
                </a:solidFill>
                <a:latin typeface="Lato"/>
                <a:ea typeface="Lato"/>
                <a:cs typeface="Lato"/>
                <a:sym typeface="Lato"/>
              </a:defRPr>
            </a:lvl2pPr>
            <a:lvl3pPr indent="-228600" lvl="2" marL="1371600" algn="l">
              <a:lnSpc>
                <a:spcPct val="100000"/>
              </a:lnSpc>
              <a:spcBef>
                <a:spcPts val="0"/>
              </a:spcBef>
              <a:spcAft>
                <a:spcPts val="0"/>
              </a:spcAft>
              <a:buSzPts val="1400"/>
              <a:buNone/>
              <a:defRPr sz="3000">
                <a:solidFill>
                  <a:schemeClr val="dk1"/>
                </a:solidFill>
                <a:latin typeface="Lato"/>
                <a:ea typeface="Lato"/>
                <a:cs typeface="Lato"/>
                <a:sym typeface="Lato"/>
              </a:defRPr>
            </a:lvl3pPr>
            <a:lvl4pPr indent="-228600" lvl="3" marL="1828800" algn="l">
              <a:lnSpc>
                <a:spcPct val="100000"/>
              </a:lnSpc>
              <a:spcBef>
                <a:spcPts val="0"/>
              </a:spcBef>
              <a:spcAft>
                <a:spcPts val="0"/>
              </a:spcAft>
              <a:buSzPts val="1400"/>
              <a:buNone/>
              <a:defRPr sz="3000">
                <a:solidFill>
                  <a:schemeClr val="dk1"/>
                </a:solidFill>
                <a:latin typeface="Lato"/>
                <a:ea typeface="Lato"/>
                <a:cs typeface="Lato"/>
                <a:sym typeface="Lato"/>
              </a:defRPr>
            </a:lvl4pPr>
            <a:lvl5pPr indent="-228600" lvl="4" marL="2286000" algn="l">
              <a:lnSpc>
                <a:spcPct val="100000"/>
              </a:lnSpc>
              <a:spcBef>
                <a:spcPts val="0"/>
              </a:spcBef>
              <a:spcAft>
                <a:spcPts val="0"/>
              </a:spcAft>
              <a:buSzPts val="1400"/>
              <a:buNone/>
              <a:defRPr sz="3000">
                <a:solidFill>
                  <a:schemeClr val="dk1"/>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91" name="Google Shape;91;g311fd254064_0_473"/>
          <p:cNvSpPr/>
          <p:nvPr>
            <p:ph idx="2" type="pic"/>
          </p:nvPr>
        </p:nvSpPr>
        <p:spPr>
          <a:xfrm>
            <a:off x="1745043" y="1137604"/>
            <a:ext cx="6042900" cy="5954400"/>
          </a:xfrm>
          <a:prstGeom prst="rect">
            <a:avLst/>
          </a:prstGeom>
          <a:solidFill>
            <a:srgbClr val="F4AE3C"/>
          </a:solidFill>
          <a:ln>
            <a:noFill/>
          </a:ln>
        </p:spPr>
      </p:sp>
      <p:grpSp>
        <p:nvGrpSpPr>
          <p:cNvPr id="92" name="Google Shape;92;g311fd254064_0_473"/>
          <p:cNvGrpSpPr/>
          <p:nvPr/>
        </p:nvGrpSpPr>
        <p:grpSpPr>
          <a:xfrm>
            <a:off x="12501050" y="6640204"/>
            <a:ext cx="1385166" cy="1132028"/>
            <a:chOff x="12825027" y="4752786"/>
            <a:chExt cx="2538794" cy="2074831"/>
          </a:xfrm>
        </p:grpSpPr>
        <p:grpSp>
          <p:nvGrpSpPr>
            <p:cNvPr id="93" name="Google Shape;93;g311fd254064_0_473"/>
            <p:cNvGrpSpPr/>
            <p:nvPr/>
          </p:nvGrpSpPr>
          <p:grpSpPr>
            <a:xfrm>
              <a:off x="12825027" y="6677598"/>
              <a:ext cx="2538794" cy="150019"/>
              <a:chOff x="12825027" y="6677598"/>
              <a:chExt cx="2538794" cy="150019"/>
            </a:xfrm>
          </p:grpSpPr>
          <p:sp>
            <p:nvSpPr>
              <p:cNvPr id="94" name="Google Shape;94;g311fd254064_0_473"/>
              <p:cNvSpPr/>
              <p:nvPr/>
            </p:nvSpPr>
            <p:spPr>
              <a:xfrm>
                <a:off x="14074707" y="6736653"/>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242"/>
                      <a:pt x="24671" y="32100"/>
                      <a:pt x="15812" y="3190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95" name="Google Shape;95;g311fd254064_0_473"/>
              <p:cNvGrpSpPr/>
              <p:nvPr/>
            </p:nvGrpSpPr>
            <p:grpSpPr>
              <a:xfrm>
                <a:off x="12825027" y="6677598"/>
                <a:ext cx="1184624" cy="150019"/>
                <a:chOff x="12825027" y="6677598"/>
                <a:chExt cx="1184624" cy="150019"/>
              </a:xfrm>
            </p:grpSpPr>
            <p:sp>
              <p:nvSpPr>
                <p:cNvPr id="96" name="Google Shape;96;g311fd254064_0_473"/>
                <p:cNvSpPr/>
                <p:nvPr/>
              </p:nvSpPr>
              <p:spPr>
                <a:xfrm>
                  <a:off x="12825027" y="6679980"/>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97" name="Google Shape;97;g311fd254064_0_473"/>
                <p:cNvSpPr/>
                <p:nvPr/>
              </p:nvSpPr>
              <p:spPr>
                <a:xfrm>
                  <a:off x="12930563" y="6721985"/>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98" name="Google Shape;98;g311fd254064_0_473"/>
                <p:cNvSpPr/>
                <p:nvPr/>
              </p:nvSpPr>
              <p:spPr>
                <a:xfrm>
                  <a:off x="12996382"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99" name="Google Shape;99;g311fd254064_0_473"/>
                <p:cNvSpPr/>
                <p:nvPr/>
              </p:nvSpPr>
              <p:spPr>
                <a:xfrm>
                  <a:off x="13041141"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0" name="Google Shape;100;g311fd254064_0_473"/>
                <p:cNvSpPr/>
                <p:nvPr/>
              </p:nvSpPr>
              <p:spPr>
                <a:xfrm>
                  <a:off x="13071153" y="6721795"/>
                  <a:ext cx="72580" cy="73533"/>
                </a:xfrm>
                <a:custGeom>
                  <a:rect b="b" l="l" r="r" t="t"/>
                  <a:pathLst>
                    <a:path extrusionOk="0" h="73533" w="72580">
                      <a:moveTo>
                        <a:pt x="36290" y="73533"/>
                      </a:moveTo>
                      <a:cubicBezTo>
                        <a:pt x="25622" y="73533"/>
                        <a:pt x="16955" y="70104"/>
                        <a:pt x="10192" y="63151"/>
                      </a:cubicBezTo>
                      <a:cubicBezTo>
                        <a:pt x="3429" y="56197"/>
                        <a:pt x="0" y="47434"/>
                        <a:pt x="0" y="36766"/>
                      </a:cubicBezTo>
                      <a:cubicBezTo>
                        <a:pt x="0" y="26194"/>
                        <a:pt x="3429" y="17526"/>
                        <a:pt x="10192" y="10477"/>
                      </a:cubicBezTo>
                      <a:cubicBezTo>
                        <a:pt x="16955" y="3524"/>
                        <a:pt x="25718" y="0"/>
                        <a:pt x="36290" y="0"/>
                      </a:cubicBezTo>
                      <a:cubicBezTo>
                        <a:pt x="46863" y="0"/>
                        <a:pt x="55531" y="3524"/>
                        <a:pt x="62389" y="10477"/>
                      </a:cubicBezTo>
                      <a:cubicBezTo>
                        <a:pt x="69247" y="17431"/>
                        <a:pt x="72581" y="26194"/>
                        <a:pt x="72581" y="36766"/>
                      </a:cubicBezTo>
                      <a:cubicBezTo>
                        <a:pt x="72581" y="47434"/>
                        <a:pt x="69152" y="56197"/>
                        <a:pt x="62389" y="63151"/>
                      </a:cubicBezTo>
                      <a:cubicBezTo>
                        <a:pt x="55531" y="70104"/>
                        <a:pt x="46863" y="73533"/>
                        <a:pt x="36290" y="73533"/>
                      </a:cubicBezTo>
                      <a:close/>
                      <a:moveTo>
                        <a:pt x="36290" y="66104"/>
                      </a:moveTo>
                      <a:cubicBezTo>
                        <a:pt x="43529" y="66199"/>
                        <a:pt x="49816" y="63532"/>
                        <a:pt x="54959" y="58007"/>
                      </a:cubicBezTo>
                      <a:cubicBezTo>
                        <a:pt x="60103" y="52578"/>
                        <a:pt x="62770" y="45434"/>
                        <a:pt x="62770" y="36862"/>
                      </a:cubicBezTo>
                      <a:cubicBezTo>
                        <a:pt x="62770" y="28289"/>
                        <a:pt x="60198" y="21336"/>
                        <a:pt x="54959" y="15907"/>
                      </a:cubicBezTo>
                      <a:cubicBezTo>
                        <a:pt x="49816" y="10477"/>
                        <a:pt x="43529" y="7715"/>
                        <a:pt x="36290" y="7620"/>
                      </a:cubicBezTo>
                      <a:cubicBezTo>
                        <a:pt x="28861" y="7620"/>
                        <a:pt x="22670" y="10382"/>
                        <a:pt x="17526" y="15811"/>
                      </a:cubicBezTo>
                      <a:cubicBezTo>
                        <a:pt x="12383" y="21241"/>
                        <a:pt x="9811" y="28289"/>
                        <a:pt x="9811" y="36862"/>
                      </a:cubicBezTo>
                      <a:cubicBezTo>
                        <a:pt x="9716" y="45529"/>
                        <a:pt x="12287" y="52578"/>
                        <a:pt x="17431" y="58007"/>
                      </a:cubicBezTo>
                      <a:cubicBezTo>
                        <a:pt x="22574" y="63341"/>
                        <a:pt x="28861" y="66104"/>
                        <a:pt x="36290"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1" name="Google Shape;101;g311fd254064_0_473"/>
                <p:cNvSpPr/>
                <p:nvPr/>
              </p:nvSpPr>
              <p:spPr>
                <a:xfrm>
                  <a:off x="13162213"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2" name="Google Shape;102;g311fd254064_0_473"/>
                <p:cNvSpPr/>
                <p:nvPr/>
              </p:nvSpPr>
              <p:spPr>
                <a:xfrm>
                  <a:off x="13235648" y="6721890"/>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3" name="Google Shape;103;g311fd254064_0_473"/>
                <p:cNvSpPr/>
                <p:nvPr/>
              </p:nvSpPr>
              <p:spPr>
                <a:xfrm>
                  <a:off x="13326233" y="6677598"/>
                  <a:ext cx="68008" cy="117729"/>
                </a:xfrm>
                <a:custGeom>
                  <a:rect b="b" l="l" r="r" t="t"/>
                  <a:pathLst>
                    <a:path extrusionOk="0" h="117729"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4"/>
                        <a:pt x="58674" y="107252"/>
                      </a:cubicBezTo>
                      <a:cubicBezTo>
                        <a:pt x="52388" y="114110"/>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300"/>
                      </a:moveTo>
                      <a:cubicBezTo>
                        <a:pt x="41338" y="110300"/>
                        <a:pt x="47149" y="107537"/>
                        <a:pt x="51625" y="102108"/>
                      </a:cubicBezTo>
                      <a:cubicBezTo>
                        <a:pt x="56007" y="96679"/>
                        <a:pt x="58198" y="89630"/>
                        <a:pt x="58198" y="81058"/>
                      </a:cubicBezTo>
                      <a:cubicBezTo>
                        <a:pt x="58102" y="72295"/>
                        <a:pt x="55721" y="65246"/>
                        <a:pt x="51149" y="59912"/>
                      </a:cubicBezTo>
                      <a:cubicBezTo>
                        <a:pt x="46577" y="54578"/>
                        <a:pt x="40386" y="51816"/>
                        <a:pt x="32671" y="51816"/>
                      </a:cubicBezTo>
                      <a:cubicBezTo>
                        <a:pt x="25622" y="51816"/>
                        <a:pt x="19812" y="54673"/>
                        <a:pt x="15335" y="60293"/>
                      </a:cubicBezTo>
                      <a:cubicBezTo>
                        <a:pt x="10858" y="66008"/>
                        <a:pt x="8668" y="72866"/>
                        <a:pt x="8668" y="81058"/>
                      </a:cubicBezTo>
                      <a:cubicBezTo>
                        <a:pt x="8668" y="90106"/>
                        <a:pt x="11144" y="97250"/>
                        <a:pt x="16097" y="102489"/>
                      </a:cubicBezTo>
                      <a:cubicBezTo>
                        <a:pt x="20955" y="107632"/>
                        <a:pt x="26860" y="110300"/>
                        <a:pt x="33909" y="11030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4" name="Google Shape;104;g311fd254064_0_473"/>
                <p:cNvSpPr/>
                <p:nvPr/>
              </p:nvSpPr>
              <p:spPr>
                <a:xfrm>
                  <a:off x="13412720" y="6677694"/>
                  <a:ext cx="9239" cy="114871"/>
                </a:xfrm>
                <a:custGeom>
                  <a:rect b="b" l="l" r="r" t="t"/>
                  <a:pathLst>
                    <a:path extrusionOk="0" h="114871" w="9239">
                      <a:moveTo>
                        <a:pt x="0" y="114871"/>
                      </a:moveTo>
                      <a:lnTo>
                        <a:pt x="0" y="0"/>
                      </a:lnTo>
                      <a:lnTo>
                        <a:pt x="9239" y="0"/>
                      </a:ln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5" name="Google Shape;105;g311fd254064_0_473"/>
                <p:cNvSpPr/>
                <p:nvPr/>
              </p:nvSpPr>
              <p:spPr>
                <a:xfrm>
                  <a:off x="13440343" y="6721795"/>
                  <a:ext cx="65055" cy="73533"/>
                </a:xfrm>
                <a:custGeom>
                  <a:rect b="b" l="l" r="r" t="t"/>
                  <a:pathLst>
                    <a:path extrusionOk="0" h="73533" w="65055">
                      <a:moveTo>
                        <a:pt x="58007" y="49339"/>
                      </a:moveTo>
                      <a:lnTo>
                        <a:pt x="65056" y="52959"/>
                      </a:lnTo>
                      <a:cubicBezTo>
                        <a:pt x="61627" y="59912"/>
                        <a:pt x="57341" y="65151"/>
                        <a:pt x="52102" y="68485"/>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4"/>
                        <a:pt x="34290" y="66104"/>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6" name="Google Shape;106;g311fd254064_0_473"/>
                <p:cNvSpPr/>
                <p:nvPr/>
              </p:nvSpPr>
              <p:spPr>
                <a:xfrm>
                  <a:off x="13561881" y="6683123"/>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7" name="Google Shape;107;g311fd254064_0_473"/>
                <p:cNvSpPr/>
                <p:nvPr/>
              </p:nvSpPr>
              <p:spPr>
                <a:xfrm>
                  <a:off x="13597219"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8" name="Google Shape;108;g311fd254064_0_473"/>
                <p:cNvSpPr/>
                <p:nvPr/>
              </p:nvSpPr>
              <p:spPr>
                <a:xfrm>
                  <a:off x="13668466"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09" name="Google Shape;109;g311fd254064_0_473"/>
                <p:cNvSpPr/>
                <p:nvPr/>
              </p:nvSpPr>
              <p:spPr>
                <a:xfrm>
                  <a:off x="13731322"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0" name="Google Shape;110;g311fd254064_0_473"/>
                <p:cNvSpPr/>
                <p:nvPr/>
              </p:nvSpPr>
              <p:spPr>
                <a:xfrm>
                  <a:off x="13761526" y="6721890"/>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1" name="Google Shape;111;g311fd254064_0_473"/>
                <p:cNvSpPr/>
                <p:nvPr/>
              </p:nvSpPr>
              <p:spPr>
                <a:xfrm>
                  <a:off x="13852108" y="6677694"/>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2" name="Google Shape;112;g311fd254064_0_473"/>
                <p:cNvSpPr/>
                <p:nvPr/>
              </p:nvSpPr>
              <p:spPr>
                <a:xfrm>
                  <a:off x="13921164"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3" name="Google Shape;113;g311fd254064_0_473"/>
                <p:cNvSpPr/>
                <p:nvPr/>
              </p:nvSpPr>
              <p:spPr>
                <a:xfrm>
                  <a:off x="13961741"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114" name="Google Shape;114;g311fd254064_0_473"/>
              <p:cNvGrpSpPr/>
              <p:nvPr/>
            </p:nvGrpSpPr>
            <p:grpSpPr>
              <a:xfrm>
                <a:off x="14161956" y="6681694"/>
                <a:ext cx="1201865" cy="112681"/>
                <a:chOff x="14161956" y="6681694"/>
                <a:chExt cx="1201865" cy="112681"/>
              </a:xfrm>
            </p:grpSpPr>
            <p:sp>
              <p:nvSpPr>
                <p:cNvPr id="115" name="Google Shape;115;g311fd254064_0_473"/>
                <p:cNvSpPr/>
                <p:nvPr/>
              </p:nvSpPr>
              <p:spPr>
                <a:xfrm>
                  <a:off x="14161956" y="6681694"/>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99"/>
                      </a:moveTo>
                      <a:lnTo>
                        <a:pt x="67151" y="68199"/>
                      </a:lnTo>
                      <a:lnTo>
                        <a:pt x="48196" y="23527"/>
                      </a:lnTo>
                      <a:lnTo>
                        <a:pt x="29242"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6" name="Google Shape;116;g311fd254064_0_473"/>
                <p:cNvSpPr/>
                <p:nvPr/>
              </p:nvSpPr>
              <p:spPr>
                <a:xfrm>
                  <a:off x="14267301"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7" name="Google Shape;117;g311fd254064_0_473"/>
                <p:cNvSpPr/>
                <p:nvPr/>
              </p:nvSpPr>
              <p:spPr>
                <a:xfrm>
                  <a:off x="14337405" y="6720937"/>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8" name="Google Shape;118;g311fd254064_0_473"/>
                <p:cNvSpPr/>
                <p:nvPr/>
              </p:nvSpPr>
              <p:spPr>
                <a:xfrm>
                  <a:off x="14411890" y="6723699"/>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19" name="Google Shape;119;g311fd254064_0_473"/>
                <p:cNvSpPr/>
                <p:nvPr/>
              </p:nvSpPr>
              <p:spPr>
                <a:xfrm>
                  <a:off x="14489998" y="6724842"/>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1"/>
                        <a:pt x="32861" y="476"/>
                      </a:cubicBezTo>
                      <a:cubicBezTo>
                        <a:pt x="34290" y="762"/>
                        <a:pt x="35623" y="1143"/>
                        <a:pt x="36957" y="1524"/>
                      </a:cubicBezTo>
                      <a:lnTo>
                        <a:pt x="34195" y="10287"/>
                      </a:lnTo>
                      <a:cubicBezTo>
                        <a:pt x="33147" y="9811"/>
                        <a:pt x="32099" y="9335"/>
                        <a:pt x="31052" y="9049"/>
                      </a:cubicBezTo>
                      <a:cubicBezTo>
                        <a:pt x="30004" y="8763"/>
                        <a:pt x="28861" y="8573"/>
                        <a:pt x="27622" y="8573"/>
                      </a:cubicBezTo>
                      <a:cubicBezTo>
                        <a:pt x="23146" y="8573"/>
                        <a:pt x="18955" y="11335"/>
                        <a:pt x="15145" y="16859"/>
                      </a:cubicBezTo>
                      <a:cubicBezTo>
                        <a:pt x="11335" y="22384"/>
                        <a:pt x="9430" y="28194"/>
                        <a:pt x="9430" y="34385"/>
                      </a:cubicBezTo>
                      <a:lnTo>
                        <a:pt x="9430" y="69437"/>
                      </a:lnTo>
                      <a:lnTo>
                        <a:pt x="0" y="69437"/>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0" name="Google Shape;120;g311fd254064_0_473"/>
                <p:cNvSpPr/>
                <p:nvPr/>
              </p:nvSpPr>
              <p:spPr>
                <a:xfrm>
                  <a:off x="14535811" y="6720842"/>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1" name="Google Shape;121;g311fd254064_0_473"/>
                <p:cNvSpPr/>
                <p:nvPr/>
              </p:nvSpPr>
              <p:spPr>
                <a:xfrm>
                  <a:off x="14617537" y="6700078"/>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2" name="Google Shape;122;g311fd254064_0_473"/>
                <p:cNvSpPr/>
                <p:nvPr/>
              </p:nvSpPr>
              <p:spPr>
                <a:xfrm>
                  <a:off x="14660305" y="6720747"/>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3" name="Google Shape;123;g311fd254064_0_473"/>
                <p:cNvSpPr/>
                <p:nvPr/>
              </p:nvSpPr>
              <p:spPr>
                <a:xfrm>
                  <a:off x="14781463" y="6684838"/>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5"/>
                        <a:pt x="80200" y="83820"/>
                        <a:pt x="69818" y="94107"/>
                      </a:cubicBezTo>
                      <a:cubicBezTo>
                        <a:pt x="59436" y="104394"/>
                        <a:pt x="45148" y="109538"/>
                        <a:pt x="26670" y="109538"/>
                      </a:cubicBezTo>
                      <a:lnTo>
                        <a:pt x="0" y="109538"/>
                      </a:lnTo>
                      <a:close/>
                      <a:moveTo>
                        <a:pt x="10478" y="100774"/>
                      </a:moveTo>
                      <a:lnTo>
                        <a:pt x="25717" y="100774"/>
                      </a:lnTo>
                      <a:cubicBezTo>
                        <a:pt x="40576" y="100870"/>
                        <a:pt x="52388" y="96964"/>
                        <a:pt x="61150" y="89059"/>
                      </a:cubicBezTo>
                      <a:cubicBezTo>
                        <a:pt x="69913" y="81153"/>
                        <a:pt x="74390" y="69723"/>
                        <a:pt x="74390" y="54864"/>
                      </a:cubicBezTo>
                      <a:cubicBezTo>
                        <a:pt x="74390" y="40957"/>
                        <a:pt x="69913" y="29908"/>
                        <a:pt x="61055" y="21526"/>
                      </a:cubicBezTo>
                      <a:cubicBezTo>
                        <a:pt x="52197" y="13145"/>
                        <a:pt x="40386" y="8954"/>
                        <a:pt x="25717" y="8954"/>
                      </a:cubicBezTo>
                      <a:lnTo>
                        <a:pt x="10478" y="8954"/>
                      </a:lnTo>
                      <a:lnTo>
                        <a:pt x="10478" y="10077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4" name="Google Shape;124;g311fd254064_0_473"/>
                <p:cNvSpPr/>
                <p:nvPr/>
              </p:nvSpPr>
              <p:spPr>
                <a:xfrm>
                  <a:off x="14882523" y="6720747"/>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5" name="Google Shape;125;g311fd254064_0_473"/>
                <p:cNvSpPr/>
                <p:nvPr/>
              </p:nvSpPr>
              <p:spPr>
                <a:xfrm>
                  <a:off x="14961674"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6" name="Google Shape;126;g311fd254064_0_473"/>
                <p:cNvSpPr/>
                <p:nvPr/>
              </p:nvSpPr>
              <p:spPr>
                <a:xfrm>
                  <a:off x="15033674" y="6696363"/>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7" name="Google Shape;127;g311fd254064_0_473"/>
                <p:cNvSpPr/>
                <p:nvPr/>
              </p:nvSpPr>
              <p:spPr>
                <a:xfrm>
                  <a:off x="15061402"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30"/>
                        <a:pt x="23622" y="7430"/>
                      </a:cubicBezTo>
                      <a:cubicBezTo>
                        <a:pt x="20098" y="7430"/>
                        <a:pt x="17336" y="8477"/>
                        <a:pt x="15240" y="10478"/>
                      </a:cubicBezTo>
                      <a:cubicBezTo>
                        <a:pt x="13145"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8" name="Google Shape;128;g311fd254064_0_473"/>
                <p:cNvSpPr/>
                <p:nvPr/>
              </p:nvSpPr>
              <p:spPr>
                <a:xfrm>
                  <a:off x="15124235" y="6696363"/>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29" name="Google Shape;129;g311fd254064_0_473"/>
                <p:cNvSpPr/>
                <p:nvPr/>
              </p:nvSpPr>
              <p:spPr>
                <a:xfrm>
                  <a:off x="15154176" y="6720747"/>
                  <a:ext cx="72389" cy="73533"/>
                </a:xfrm>
                <a:custGeom>
                  <a:rect b="b" l="l" r="r" t="t"/>
                  <a:pathLst>
                    <a:path extrusionOk="0" h="73533" w="72389">
                      <a:moveTo>
                        <a:pt x="36195" y="73533"/>
                      </a:moveTo>
                      <a:cubicBezTo>
                        <a:pt x="25527" y="73533"/>
                        <a:pt x="16859" y="70104"/>
                        <a:pt x="10096" y="63151"/>
                      </a:cubicBezTo>
                      <a:cubicBezTo>
                        <a:pt x="3334" y="56197"/>
                        <a:pt x="0" y="47435"/>
                        <a:pt x="0" y="36767"/>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7"/>
                      </a:cubicBezTo>
                      <a:cubicBezTo>
                        <a:pt x="72390" y="47435"/>
                        <a:pt x="68961" y="56197"/>
                        <a:pt x="62198" y="63151"/>
                      </a:cubicBezTo>
                      <a:cubicBezTo>
                        <a:pt x="55435" y="70104"/>
                        <a:pt x="46768" y="73533"/>
                        <a:pt x="36195" y="73533"/>
                      </a:cubicBezTo>
                      <a:close/>
                      <a:moveTo>
                        <a:pt x="36195" y="66104"/>
                      </a:moveTo>
                      <a:cubicBezTo>
                        <a:pt x="43434" y="66199"/>
                        <a:pt x="49721" y="63532"/>
                        <a:pt x="54864" y="58007"/>
                      </a:cubicBezTo>
                      <a:cubicBezTo>
                        <a:pt x="60007" y="52578"/>
                        <a:pt x="62579" y="45434"/>
                        <a:pt x="62579" y="36862"/>
                      </a:cubicBezTo>
                      <a:cubicBezTo>
                        <a:pt x="62579" y="28289"/>
                        <a:pt x="60007" y="21336"/>
                        <a:pt x="54864" y="15907"/>
                      </a:cubicBezTo>
                      <a:cubicBezTo>
                        <a:pt x="49721" y="10478"/>
                        <a:pt x="43434" y="7715"/>
                        <a:pt x="36195" y="7620"/>
                      </a:cubicBezTo>
                      <a:cubicBezTo>
                        <a:pt x="28861" y="7620"/>
                        <a:pt x="22574" y="10382"/>
                        <a:pt x="17431" y="15812"/>
                      </a:cubicBezTo>
                      <a:cubicBezTo>
                        <a:pt x="12287" y="21241"/>
                        <a:pt x="9715" y="28289"/>
                        <a:pt x="9715" y="36862"/>
                      </a:cubicBezTo>
                      <a:cubicBezTo>
                        <a:pt x="9620" y="45529"/>
                        <a:pt x="12192" y="52578"/>
                        <a:pt x="17335" y="58007"/>
                      </a:cubicBezTo>
                      <a:cubicBezTo>
                        <a:pt x="22574" y="63341"/>
                        <a:pt x="28861" y="66104"/>
                        <a:pt x="36195"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0" name="Google Shape;130;g311fd254064_0_473"/>
                <p:cNvSpPr/>
                <p:nvPr/>
              </p:nvSpPr>
              <p:spPr>
                <a:xfrm>
                  <a:off x="15245044" y="6723604"/>
                  <a:ext cx="54768" cy="70675"/>
                </a:xfrm>
                <a:custGeom>
                  <a:rect b="b" l="l" r="r" t="t"/>
                  <a:pathLst>
                    <a:path extrusionOk="0" h="70675" w="54768">
                      <a:moveTo>
                        <a:pt x="0" y="70675"/>
                      </a:moveTo>
                      <a:lnTo>
                        <a:pt x="0" y="2857"/>
                      </a:lnTo>
                      <a:lnTo>
                        <a:pt x="9239" y="2857"/>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8"/>
                        <a:pt x="54769" y="27241"/>
                      </a:cubicBezTo>
                      <a:lnTo>
                        <a:pt x="54769" y="70675"/>
                      </a:lnTo>
                      <a:lnTo>
                        <a:pt x="45529" y="70675"/>
                      </a:lnTo>
                      <a:lnTo>
                        <a:pt x="45529" y="28480"/>
                      </a:lnTo>
                      <a:cubicBezTo>
                        <a:pt x="45529" y="21145"/>
                        <a:pt x="44291" y="15907"/>
                        <a:pt x="41815" y="12573"/>
                      </a:cubicBezTo>
                      <a:cubicBezTo>
                        <a:pt x="39338" y="9239"/>
                        <a:pt x="35528" y="7525"/>
                        <a:pt x="30575" y="7525"/>
                      </a:cubicBezTo>
                      <a:cubicBezTo>
                        <a:pt x="24289" y="7525"/>
                        <a:pt x="19241" y="10192"/>
                        <a:pt x="15240" y="15526"/>
                      </a:cubicBezTo>
                      <a:cubicBezTo>
                        <a:pt x="11240" y="20859"/>
                        <a:pt x="9239" y="27432"/>
                        <a:pt x="9239" y="35338"/>
                      </a:cubicBezTo>
                      <a:lnTo>
                        <a:pt x="9239" y="70675"/>
                      </a:lnTo>
                      <a:lnTo>
                        <a:pt x="0" y="7067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1" name="Google Shape;131;g311fd254064_0_473"/>
                <p:cNvSpPr/>
                <p:nvPr/>
              </p:nvSpPr>
              <p:spPr>
                <a:xfrm>
                  <a:off x="15316101"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30"/>
                        <a:pt x="23622" y="7430"/>
                      </a:cubicBezTo>
                      <a:cubicBezTo>
                        <a:pt x="20098" y="7430"/>
                        <a:pt x="17335" y="8477"/>
                        <a:pt x="15240" y="10478"/>
                      </a:cubicBezTo>
                      <a:cubicBezTo>
                        <a:pt x="13144"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132" name="Google Shape;132;g311fd254064_0_473"/>
            <p:cNvGrpSpPr/>
            <p:nvPr/>
          </p:nvGrpSpPr>
          <p:grpSpPr>
            <a:xfrm>
              <a:off x="12826647" y="5913694"/>
              <a:ext cx="2535555" cy="587025"/>
              <a:chOff x="12826647" y="5913694"/>
              <a:chExt cx="2535555" cy="587025"/>
            </a:xfrm>
          </p:grpSpPr>
          <p:sp>
            <p:nvSpPr>
              <p:cNvPr id="133" name="Google Shape;133;g311fd254064_0_473"/>
              <p:cNvSpPr/>
              <p:nvPr/>
            </p:nvSpPr>
            <p:spPr>
              <a:xfrm>
                <a:off x="12826647" y="5915408"/>
                <a:ext cx="149637" cy="585216"/>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4" name="Google Shape;134;g311fd254064_0_473"/>
              <p:cNvSpPr/>
              <p:nvPr/>
            </p:nvSpPr>
            <p:spPr>
              <a:xfrm>
                <a:off x="13052675" y="5913694"/>
                <a:ext cx="202501" cy="587025"/>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924"/>
                      <a:pt x="27908" y="140779"/>
                    </a:cubicBezTo>
                    <a:cubicBezTo>
                      <a:pt x="45053" y="128207"/>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5" name="Google Shape;135;g311fd254064_0_473"/>
              <p:cNvSpPr/>
              <p:nvPr/>
            </p:nvSpPr>
            <p:spPr>
              <a:xfrm>
                <a:off x="13323280"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8"/>
                      <a:pt x="118777" y="514826"/>
                    </a:cubicBezTo>
                    <a:cubicBezTo>
                      <a:pt x="131540" y="525304"/>
                      <a:pt x="153829" y="534829"/>
                      <a:pt x="185833" y="543306"/>
                    </a:cubicBezTo>
                    <a:lnTo>
                      <a:pt x="156115" y="585406"/>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6" name="Google Shape;136;g311fd254064_0_473"/>
              <p:cNvSpPr/>
              <p:nvPr/>
            </p:nvSpPr>
            <p:spPr>
              <a:xfrm>
                <a:off x="13584360" y="5915218"/>
                <a:ext cx="175545" cy="58540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2"/>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6"/>
                    </a:lnTo>
                    <a:cubicBezTo>
                      <a:pt x="71533" y="571405"/>
                      <a:pt x="36195" y="546544"/>
                      <a:pt x="18574" y="511016"/>
                    </a:cubicBezTo>
                    <a:cubicBezTo>
                      <a:pt x="6191" y="486061"/>
                      <a:pt x="0" y="445675"/>
                      <a:pt x="0" y="389954"/>
                    </a:cubicBezTo>
                    <a:lnTo>
                      <a:pt x="0" y="64484"/>
                    </a:lnTo>
                    <a:cubicBezTo>
                      <a:pt x="0" y="46863"/>
                      <a:pt x="9334" y="31528"/>
                      <a:pt x="27908" y="18669"/>
                    </a:cubicBezTo>
                    <a:cubicBezTo>
                      <a:pt x="45053" y="6191"/>
                      <a:pt x="64294" y="0"/>
                      <a:pt x="85534" y="0"/>
                    </a:cubicBezTo>
                    <a:close/>
                    <a:moveTo>
                      <a:pt x="88011" y="50101"/>
                    </a:moveTo>
                    <a:cubicBezTo>
                      <a:pt x="65818" y="50101"/>
                      <a:pt x="54769" y="59817"/>
                      <a:pt x="54769" y="79153"/>
                    </a:cubicBezTo>
                    <a:lnTo>
                      <a:pt x="54769" y="382714"/>
                    </a:lnTo>
                    <a:cubicBezTo>
                      <a:pt x="54769" y="402050"/>
                      <a:pt x="65818" y="411766"/>
                      <a:pt x="88011" y="411766"/>
                    </a:cubicBezTo>
                    <a:cubicBezTo>
                      <a:pt x="109823" y="411766"/>
                      <a:pt x="120777" y="402050"/>
                      <a:pt x="120777" y="382714"/>
                    </a:cubicBezTo>
                    <a:lnTo>
                      <a:pt x="120777" y="79153"/>
                    </a:lnTo>
                    <a:cubicBezTo>
                      <a:pt x="120777" y="59722"/>
                      <a:pt x="109823" y="50101"/>
                      <a:pt x="88011" y="50101"/>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7" name="Google Shape;137;g311fd254064_0_473"/>
              <p:cNvSpPr/>
              <p:nvPr/>
            </p:nvSpPr>
            <p:spPr>
              <a:xfrm>
                <a:off x="13848489" y="5915218"/>
                <a:ext cx="175545" cy="585406"/>
              </a:xfrm>
              <a:custGeom>
                <a:rect b="b" l="l" r="r" t="t"/>
                <a:pathLst>
                  <a:path extrusionOk="0" h="585406" w="175545">
                    <a:moveTo>
                      <a:pt x="85535" y="0"/>
                    </a:moveTo>
                    <a:cubicBezTo>
                      <a:pt x="108395" y="0"/>
                      <a:pt x="128588" y="5810"/>
                      <a:pt x="146209" y="17335"/>
                    </a:cubicBezTo>
                    <a:cubicBezTo>
                      <a:pt x="165735" y="29718"/>
                      <a:pt x="175546" y="45529"/>
                      <a:pt x="175546" y="64675"/>
                    </a:cubicBezTo>
                    <a:lnTo>
                      <a:pt x="175546" y="585406"/>
                    </a:lnTo>
                    <a:lnTo>
                      <a:pt x="120777" y="585406"/>
                    </a:lnTo>
                    <a:lnTo>
                      <a:pt x="120777" y="79058"/>
                    </a:lnTo>
                    <a:cubicBezTo>
                      <a:pt x="120777" y="59626"/>
                      <a:pt x="109823" y="49911"/>
                      <a:pt x="88011" y="49911"/>
                    </a:cubicBezTo>
                    <a:cubicBezTo>
                      <a:pt x="65818" y="49911"/>
                      <a:pt x="54769" y="59626"/>
                      <a:pt x="54769" y="79058"/>
                    </a:cubicBezTo>
                    <a:lnTo>
                      <a:pt x="54769" y="585406"/>
                    </a:lnTo>
                    <a:lnTo>
                      <a:pt x="0" y="585406"/>
                    </a:lnTo>
                    <a:lnTo>
                      <a:pt x="0" y="64675"/>
                    </a:lnTo>
                    <a:cubicBezTo>
                      <a:pt x="0" y="46958"/>
                      <a:pt x="9335" y="31623"/>
                      <a:pt x="27908" y="18669"/>
                    </a:cubicBezTo>
                    <a:cubicBezTo>
                      <a:pt x="45053" y="6191"/>
                      <a:pt x="64294" y="0"/>
                      <a:pt x="85535" y="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8" name="Google Shape;138;g311fd254064_0_473"/>
              <p:cNvSpPr/>
              <p:nvPr/>
            </p:nvSpPr>
            <p:spPr>
              <a:xfrm>
                <a:off x="14116141"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8"/>
                      <a:pt x="118777" y="514826"/>
                    </a:cubicBezTo>
                    <a:cubicBezTo>
                      <a:pt x="131445" y="525304"/>
                      <a:pt x="153829" y="534829"/>
                      <a:pt x="185833" y="543306"/>
                    </a:cubicBezTo>
                    <a:lnTo>
                      <a:pt x="156115" y="585406"/>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39" name="Google Shape;139;g311fd254064_0_473"/>
              <p:cNvSpPr/>
              <p:nvPr/>
            </p:nvSpPr>
            <p:spPr>
              <a:xfrm>
                <a:off x="14377126" y="5915313"/>
                <a:ext cx="177450" cy="585311"/>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40" name="Google Shape;140;g311fd254064_0_473"/>
              <p:cNvSpPr/>
              <p:nvPr/>
            </p:nvSpPr>
            <p:spPr>
              <a:xfrm>
                <a:off x="14647446" y="5915312"/>
                <a:ext cx="60388" cy="585311"/>
              </a:xfrm>
              <a:custGeom>
                <a:rect b="b" l="l" r="r" t="t"/>
                <a:pathLst>
                  <a:path extrusionOk="0" h="585311" w="60388">
                    <a:moveTo>
                      <a:pt x="3143" y="585312"/>
                    </a:moveTo>
                    <a:lnTo>
                      <a:pt x="3143" y="115253"/>
                    </a:lnTo>
                    <a:lnTo>
                      <a:pt x="57912" y="115253"/>
                    </a:lnTo>
                    <a:lnTo>
                      <a:pt x="57912" y="585312"/>
                    </a:lnTo>
                    <a:lnTo>
                      <a:pt x="3143" y="585312"/>
                    </a:lnTo>
                    <a:close/>
                    <a:moveTo>
                      <a:pt x="0" y="30195"/>
                    </a:moveTo>
                    <a:cubicBezTo>
                      <a:pt x="0" y="46863"/>
                      <a:pt x="13526" y="60389"/>
                      <a:pt x="30194" y="60389"/>
                    </a:cubicBezTo>
                    <a:cubicBezTo>
                      <a:pt x="46863" y="60389"/>
                      <a:pt x="60388" y="46863"/>
                      <a:pt x="60388" y="30195"/>
                    </a:cubicBezTo>
                    <a:cubicBezTo>
                      <a:pt x="60388" y="13526"/>
                      <a:pt x="46863" y="0"/>
                      <a:pt x="30194" y="0"/>
                    </a:cubicBezTo>
                    <a:cubicBezTo>
                      <a:pt x="13621" y="-95"/>
                      <a:pt x="0" y="13526"/>
                      <a:pt x="0" y="30195"/>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41" name="Google Shape;141;g311fd254064_0_473"/>
              <p:cNvSpPr/>
              <p:nvPr/>
            </p:nvSpPr>
            <p:spPr>
              <a:xfrm>
                <a:off x="14797846" y="5915218"/>
                <a:ext cx="175545" cy="585216"/>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0"/>
                      <a:pt x="90392" y="457390"/>
                    </a:cubicBezTo>
                    <a:lnTo>
                      <a:pt x="85534" y="457390"/>
                    </a:lnTo>
                    <a:cubicBezTo>
                      <a:pt x="75724" y="457390"/>
                      <a:pt x="66104" y="455867"/>
                      <a:pt x="56674" y="452818"/>
                    </a:cubicBezTo>
                    <a:cubicBezTo>
                      <a:pt x="59912" y="479393"/>
                      <a:pt x="69723" y="499681"/>
                      <a:pt x="86011" y="513588"/>
                    </a:cubicBezTo>
                    <a:cubicBezTo>
                      <a:pt x="100013" y="525304"/>
                      <a:pt x="122872" y="535496"/>
                      <a:pt x="154496" y="544163"/>
                    </a:cubicBezTo>
                    <a:lnTo>
                      <a:pt x="124682" y="585216"/>
                    </a:lnTo>
                    <a:cubicBezTo>
                      <a:pt x="71533" y="571214"/>
                      <a:pt x="36195" y="546544"/>
                      <a:pt x="18574" y="511016"/>
                    </a:cubicBezTo>
                    <a:cubicBezTo>
                      <a:pt x="6191" y="486156"/>
                      <a:pt x="0" y="445865"/>
                      <a:pt x="0" y="390239"/>
                    </a:cubicBezTo>
                    <a:lnTo>
                      <a:pt x="0" y="64008"/>
                    </a:lnTo>
                    <a:cubicBezTo>
                      <a:pt x="0" y="46387"/>
                      <a:pt x="9334" y="31147"/>
                      <a:pt x="27908" y="18288"/>
                    </a:cubicBezTo>
                    <a:cubicBezTo>
                      <a:pt x="45148" y="6191"/>
                      <a:pt x="64389" y="0"/>
                      <a:pt x="85534" y="0"/>
                    </a:cubicBezTo>
                    <a:close/>
                    <a:moveTo>
                      <a:pt x="88011" y="49911"/>
                    </a:moveTo>
                    <a:cubicBezTo>
                      <a:pt x="65818" y="49911"/>
                      <a:pt x="54769" y="59531"/>
                      <a:pt x="54769" y="78867"/>
                    </a:cubicBezTo>
                    <a:lnTo>
                      <a:pt x="54769" y="383286"/>
                    </a:lnTo>
                    <a:cubicBezTo>
                      <a:pt x="54769" y="402526"/>
                      <a:pt x="65818" y="412242"/>
                      <a:pt x="88011" y="412242"/>
                    </a:cubicBezTo>
                    <a:cubicBezTo>
                      <a:pt x="109823" y="412242"/>
                      <a:pt x="120777" y="402622"/>
                      <a:pt x="120777" y="383286"/>
                    </a:cubicBezTo>
                    <a:lnTo>
                      <a:pt x="120777" y="78867"/>
                    </a:lnTo>
                    <a:cubicBezTo>
                      <a:pt x="120777" y="59626"/>
                      <a:pt x="109823" y="49911"/>
                      <a:pt x="88011" y="49911"/>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42" name="Google Shape;142;g311fd254064_0_473"/>
              <p:cNvSpPr/>
              <p:nvPr/>
            </p:nvSpPr>
            <p:spPr>
              <a:xfrm>
                <a:off x="15061974" y="5915313"/>
                <a:ext cx="300228" cy="585311"/>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4"/>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143" name="Google Shape;143;g311fd254064_0_473"/>
            <p:cNvGrpSpPr/>
            <p:nvPr/>
          </p:nvGrpSpPr>
          <p:grpSpPr>
            <a:xfrm>
              <a:off x="13531497" y="4752786"/>
              <a:ext cx="1125949" cy="880491"/>
              <a:chOff x="13531497" y="4752786"/>
              <a:chExt cx="1125949" cy="880491"/>
            </a:xfrm>
          </p:grpSpPr>
          <p:grpSp>
            <p:nvGrpSpPr>
              <p:cNvPr id="144" name="Google Shape;144;g311fd254064_0_473"/>
              <p:cNvGrpSpPr/>
              <p:nvPr/>
            </p:nvGrpSpPr>
            <p:grpSpPr>
              <a:xfrm>
                <a:off x="14094424" y="4752786"/>
                <a:ext cx="563022" cy="880491"/>
                <a:chOff x="14094424" y="4752786"/>
                <a:chExt cx="563022" cy="880491"/>
              </a:xfrm>
            </p:grpSpPr>
            <p:sp>
              <p:nvSpPr>
                <p:cNvPr id="145" name="Google Shape;145;g311fd254064_0_473"/>
                <p:cNvSpPr/>
                <p:nvPr/>
              </p:nvSpPr>
              <p:spPr>
                <a:xfrm>
                  <a:off x="14094424" y="5054919"/>
                  <a:ext cx="499300" cy="325564"/>
                </a:xfrm>
                <a:custGeom>
                  <a:rect b="b" l="l" r="r" t="t"/>
                  <a:pathLst>
                    <a:path extrusionOk="0" h="325564" w="499300">
                      <a:moveTo>
                        <a:pt x="499301" y="162497"/>
                      </a:moveTo>
                      <a:lnTo>
                        <a:pt x="0" y="0"/>
                      </a:lnTo>
                      <a:lnTo>
                        <a:pt x="0" y="177832"/>
                      </a:lnTo>
                      <a:lnTo>
                        <a:pt x="453962" y="325565"/>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46" name="Google Shape;146;g311fd254064_0_473"/>
                <p:cNvSpPr/>
                <p:nvPr/>
              </p:nvSpPr>
              <p:spPr>
                <a:xfrm>
                  <a:off x="14094424" y="5217416"/>
                  <a:ext cx="499300" cy="415861"/>
                </a:xfrm>
                <a:custGeom>
                  <a:rect b="b" l="l" r="r" t="t"/>
                  <a:pathLst>
                    <a:path extrusionOk="0" h="415861" w="499300">
                      <a:moveTo>
                        <a:pt x="0" y="245364"/>
                      </a:moveTo>
                      <a:lnTo>
                        <a:pt x="95" y="415861"/>
                      </a:lnTo>
                      <a:lnTo>
                        <a:pt x="454438" y="192405"/>
                      </a:lnTo>
                      <a:lnTo>
                        <a:pt x="499301" y="0"/>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147" name="Google Shape;147;g311fd254064_0_473"/>
                <p:cNvGrpSpPr/>
                <p:nvPr/>
              </p:nvGrpSpPr>
              <p:grpSpPr>
                <a:xfrm>
                  <a:off x="14094424" y="4752786"/>
                  <a:ext cx="563022" cy="627697"/>
                  <a:chOff x="14094424" y="4752786"/>
                  <a:chExt cx="563022" cy="627697"/>
                </a:xfrm>
              </p:grpSpPr>
              <p:sp>
                <p:nvSpPr>
                  <p:cNvPr id="148" name="Google Shape;148;g311fd254064_0_473"/>
                  <p:cNvSpPr/>
                  <p:nvPr/>
                </p:nvSpPr>
                <p:spPr>
                  <a:xfrm>
                    <a:off x="14094424" y="4752786"/>
                    <a:ext cx="563022" cy="369379"/>
                  </a:xfrm>
                  <a:custGeom>
                    <a:rect b="b" l="l" r="r" t="t"/>
                    <a:pathLst>
                      <a:path extrusionOk="0" h="369379" w="563022">
                        <a:moveTo>
                          <a:pt x="563023" y="181737"/>
                        </a:moveTo>
                        <a:lnTo>
                          <a:pt x="493109" y="369380"/>
                        </a:lnTo>
                        <a:lnTo>
                          <a:pt x="303181" y="308991"/>
                        </a:lnTo>
                        <a:lnTo>
                          <a:pt x="0" y="209074"/>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49" name="Google Shape;149;g311fd254064_0_473"/>
                  <p:cNvSpPr/>
                  <p:nvPr/>
                </p:nvSpPr>
                <p:spPr>
                  <a:xfrm>
                    <a:off x="14094424" y="4934523"/>
                    <a:ext cx="563022" cy="445960"/>
                  </a:xfrm>
                  <a:custGeom>
                    <a:rect b="b" l="l" r="r" t="t"/>
                    <a:pathLst>
                      <a:path extrusionOk="0" h="445960" w="563022">
                        <a:moveTo>
                          <a:pt x="563023" y="0"/>
                        </a:moveTo>
                        <a:lnTo>
                          <a:pt x="518446" y="190881"/>
                        </a:lnTo>
                        <a:lnTo>
                          <a:pt x="0" y="445961"/>
                        </a:lnTo>
                        <a:lnTo>
                          <a:pt x="0" y="275654"/>
                        </a:lnTo>
                        <a:lnTo>
                          <a:pt x="303181" y="127254"/>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150" name="Google Shape;150;g311fd254064_0_473"/>
              <p:cNvGrpSpPr/>
              <p:nvPr/>
            </p:nvGrpSpPr>
            <p:grpSpPr>
              <a:xfrm>
                <a:off x="13531497" y="4752786"/>
                <a:ext cx="562927" cy="880491"/>
                <a:chOff x="13531497" y="4752786"/>
                <a:chExt cx="562927" cy="880491"/>
              </a:xfrm>
            </p:grpSpPr>
            <p:sp>
              <p:nvSpPr>
                <p:cNvPr id="151" name="Google Shape;151;g311fd254064_0_473"/>
                <p:cNvSpPr/>
                <p:nvPr/>
              </p:nvSpPr>
              <p:spPr>
                <a:xfrm>
                  <a:off x="13595124" y="5054919"/>
                  <a:ext cx="499300" cy="325564"/>
                </a:xfrm>
                <a:custGeom>
                  <a:rect b="b" l="l" r="r" t="t"/>
                  <a:pathLst>
                    <a:path extrusionOk="0" h="325564" w="499300">
                      <a:moveTo>
                        <a:pt x="0" y="162497"/>
                      </a:moveTo>
                      <a:lnTo>
                        <a:pt x="499300" y="0"/>
                      </a:lnTo>
                      <a:lnTo>
                        <a:pt x="499300" y="177832"/>
                      </a:lnTo>
                      <a:lnTo>
                        <a:pt x="45339" y="325565"/>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52" name="Google Shape;152;g311fd254064_0_473"/>
                <p:cNvSpPr/>
                <p:nvPr/>
              </p:nvSpPr>
              <p:spPr>
                <a:xfrm>
                  <a:off x="13595124" y="5217416"/>
                  <a:ext cx="499300" cy="415861"/>
                </a:xfrm>
                <a:custGeom>
                  <a:rect b="b" l="l" r="r" t="t"/>
                  <a:pathLst>
                    <a:path extrusionOk="0" h="415861" w="499300">
                      <a:moveTo>
                        <a:pt x="499300" y="245364"/>
                      </a:moveTo>
                      <a:lnTo>
                        <a:pt x="499300" y="415861"/>
                      </a:lnTo>
                      <a:lnTo>
                        <a:pt x="44958" y="192405"/>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153" name="Google Shape;153;g311fd254064_0_473"/>
                <p:cNvGrpSpPr/>
                <p:nvPr/>
              </p:nvGrpSpPr>
              <p:grpSpPr>
                <a:xfrm>
                  <a:off x="13531497" y="4752786"/>
                  <a:ext cx="562927" cy="627697"/>
                  <a:chOff x="13531497" y="4752786"/>
                  <a:chExt cx="562927" cy="627697"/>
                </a:xfrm>
              </p:grpSpPr>
              <p:sp>
                <p:nvSpPr>
                  <p:cNvPr id="154" name="Google Shape;154;g311fd254064_0_473"/>
                  <p:cNvSpPr/>
                  <p:nvPr/>
                </p:nvSpPr>
                <p:spPr>
                  <a:xfrm>
                    <a:off x="13531497" y="4752786"/>
                    <a:ext cx="562927" cy="369379"/>
                  </a:xfrm>
                  <a:custGeom>
                    <a:rect b="b" l="l" r="r" t="t"/>
                    <a:pathLst>
                      <a:path extrusionOk="0" h="369379" w="562927">
                        <a:moveTo>
                          <a:pt x="0" y="181737"/>
                        </a:moveTo>
                        <a:lnTo>
                          <a:pt x="69818" y="369380"/>
                        </a:lnTo>
                        <a:lnTo>
                          <a:pt x="259842" y="308991"/>
                        </a:lnTo>
                        <a:lnTo>
                          <a:pt x="562928" y="209074"/>
                        </a:lnTo>
                        <a:lnTo>
                          <a:pt x="562928" y="0"/>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55" name="Google Shape;155;g311fd254064_0_473"/>
                  <p:cNvSpPr/>
                  <p:nvPr/>
                </p:nvSpPr>
                <p:spPr>
                  <a:xfrm>
                    <a:off x="13531497" y="4934523"/>
                    <a:ext cx="562927" cy="445960"/>
                  </a:xfrm>
                  <a:custGeom>
                    <a:rect b="b" l="l" r="r" t="t"/>
                    <a:pathLst>
                      <a:path extrusionOk="0" h="445960" w="562927">
                        <a:moveTo>
                          <a:pt x="0" y="0"/>
                        </a:moveTo>
                        <a:lnTo>
                          <a:pt x="44482" y="190881"/>
                        </a:lnTo>
                        <a:lnTo>
                          <a:pt x="562928" y="445961"/>
                        </a:lnTo>
                        <a:lnTo>
                          <a:pt x="562928" y="275654"/>
                        </a:lnTo>
                        <a:lnTo>
                          <a:pt x="259842" y="127254"/>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grpSp>
      <p:sp>
        <p:nvSpPr>
          <p:cNvPr id="156" name="Google Shape;156;g311fd254064_0_473"/>
          <p:cNvSpPr/>
          <p:nvPr>
            <p:ph idx="3" type="pic"/>
          </p:nvPr>
        </p:nvSpPr>
        <p:spPr>
          <a:xfrm>
            <a:off x="0" y="-9525"/>
            <a:ext cx="4322700" cy="8239200"/>
          </a:xfrm>
          <a:prstGeom prst="rect">
            <a:avLst/>
          </a:prstGeom>
          <a:noFill/>
          <a:ln>
            <a:noFill/>
          </a:ln>
        </p:spPr>
      </p:sp>
    </p:spTree>
  </p:cSld>
  <p:clrMapOvr>
    <a:masterClrMapping/>
  </p:clrMapOvr>
  <p:extLst>
    <p:ext uri="{DCECCB84-F9BA-43D5-87BE-67443E8EF086}">
      <p15:sldGuideLst>
        <p15:guide id="1" orient="horz" pos="2592">
          <p15:clr>
            <a:srgbClr val="FBAE40"/>
          </p15:clr>
        </p15:guide>
        <p15:guide id="2" pos="460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157" name="Shape 157"/>
        <p:cNvGrpSpPr/>
        <p:nvPr/>
      </p:nvGrpSpPr>
      <p:grpSpPr>
        <a:xfrm>
          <a:off x="0" y="0"/>
          <a:ext cx="0" cy="0"/>
          <a:chOff x="0" y="0"/>
          <a:chExt cx="0" cy="0"/>
        </a:xfrm>
      </p:grpSpPr>
      <p:sp>
        <p:nvSpPr>
          <p:cNvPr id="158" name="Google Shape;158;g311fd254064_0_541"/>
          <p:cNvSpPr/>
          <p:nvPr>
            <p:ph idx="2" type="pic"/>
          </p:nvPr>
        </p:nvSpPr>
        <p:spPr>
          <a:xfrm>
            <a:off x="1" y="0"/>
            <a:ext cx="5862900" cy="8229600"/>
          </a:xfrm>
          <a:prstGeom prst="rect">
            <a:avLst/>
          </a:prstGeom>
          <a:solidFill>
            <a:srgbClr val="1C5AA5"/>
          </a:solidFill>
          <a:ln>
            <a:noFill/>
          </a:ln>
        </p:spPr>
      </p:sp>
      <p:sp>
        <p:nvSpPr>
          <p:cNvPr id="159" name="Google Shape;159;g311fd254064_0_541"/>
          <p:cNvSpPr txBox="1"/>
          <p:nvPr>
            <p:ph idx="1" type="body"/>
          </p:nvPr>
        </p:nvSpPr>
        <p:spPr>
          <a:xfrm>
            <a:off x="7165848" y="2505738"/>
            <a:ext cx="6344400" cy="923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1200">
                <a:solidFill>
                  <a:schemeClr val="dk1"/>
                </a:solidFill>
              </a:defRPr>
            </a:lvl1pPr>
            <a:lvl2pPr indent="-228600" lvl="1" marL="914400" algn="l">
              <a:lnSpc>
                <a:spcPct val="100000"/>
              </a:lnSpc>
              <a:spcBef>
                <a:spcPts val="0"/>
              </a:spcBef>
              <a:spcAft>
                <a:spcPts val="0"/>
              </a:spcAft>
              <a:buSzPts val="1400"/>
              <a:buNone/>
              <a:defRPr sz="1200">
                <a:solidFill>
                  <a:schemeClr val="dk1"/>
                </a:solidFill>
              </a:defRPr>
            </a:lvl2pPr>
            <a:lvl3pPr indent="-228600" lvl="2" marL="1371600" algn="l">
              <a:lnSpc>
                <a:spcPct val="100000"/>
              </a:lnSpc>
              <a:spcBef>
                <a:spcPts val="0"/>
              </a:spcBef>
              <a:spcAft>
                <a:spcPts val="0"/>
              </a:spcAft>
              <a:buSzPts val="1400"/>
              <a:buNone/>
              <a:defRPr sz="1200">
                <a:solidFill>
                  <a:schemeClr val="dk1"/>
                </a:solidFill>
              </a:defRPr>
            </a:lvl3pPr>
            <a:lvl4pPr indent="-228600" lvl="3" marL="1828800" algn="l">
              <a:lnSpc>
                <a:spcPct val="100000"/>
              </a:lnSpc>
              <a:spcBef>
                <a:spcPts val="0"/>
              </a:spcBef>
              <a:spcAft>
                <a:spcPts val="0"/>
              </a:spcAft>
              <a:buSzPts val="1400"/>
              <a:buNone/>
              <a:defRPr sz="1200">
                <a:solidFill>
                  <a:schemeClr val="dk1"/>
                </a:solidFill>
              </a:defRPr>
            </a:lvl4pPr>
            <a:lvl5pPr indent="-228600" lvl="4" marL="2286000" algn="l">
              <a:lnSpc>
                <a:spcPct val="100000"/>
              </a:lnSpc>
              <a:spcBef>
                <a:spcPts val="0"/>
              </a:spcBef>
              <a:spcAft>
                <a:spcPts val="0"/>
              </a:spcAft>
              <a:buSzPts val="1400"/>
              <a:buNone/>
              <a:defRPr sz="1200">
                <a:solidFill>
                  <a:schemeClr val="dk1"/>
                </a:solidFill>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0" name="Google Shape;160;g311fd254064_0_541"/>
          <p:cNvSpPr txBox="1"/>
          <p:nvPr>
            <p:ph idx="3" type="body"/>
          </p:nvPr>
        </p:nvSpPr>
        <p:spPr>
          <a:xfrm>
            <a:off x="7162800" y="2054745"/>
            <a:ext cx="6969000" cy="36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2400">
                <a:solidFill>
                  <a:srgbClr val="518CC9"/>
                </a:solidFill>
                <a:latin typeface="Lato"/>
                <a:ea typeface="Lato"/>
                <a:cs typeface="Lato"/>
                <a:sym typeface="Lato"/>
              </a:defRPr>
            </a:lvl1pPr>
            <a:lvl2pPr indent="-228600" lvl="1" marL="914400" algn="l">
              <a:lnSpc>
                <a:spcPct val="100000"/>
              </a:lnSpc>
              <a:spcBef>
                <a:spcPts val="0"/>
              </a:spcBef>
              <a:spcAft>
                <a:spcPts val="0"/>
              </a:spcAft>
              <a:buSzPts val="1400"/>
              <a:buNone/>
              <a:defRPr b="1" sz="2400">
                <a:solidFill>
                  <a:srgbClr val="1C5AA5"/>
                </a:solidFill>
                <a:latin typeface="Lato"/>
                <a:ea typeface="Lato"/>
                <a:cs typeface="Lato"/>
                <a:sym typeface="Lato"/>
              </a:defRPr>
            </a:lvl2pPr>
            <a:lvl3pPr indent="-228600" lvl="2" marL="1371600" algn="l">
              <a:lnSpc>
                <a:spcPct val="100000"/>
              </a:lnSpc>
              <a:spcBef>
                <a:spcPts val="0"/>
              </a:spcBef>
              <a:spcAft>
                <a:spcPts val="0"/>
              </a:spcAft>
              <a:buSzPts val="1400"/>
              <a:buNone/>
              <a:defRPr b="1" sz="2400">
                <a:solidFill>
                  <a:srgbClr val="1C5AA5"/>
                </a:solidFill>
                <a:latin typeface="Lato"/>
                <a:ea typeface="Lato"/>
                <a:cs typeface="Lato"/>
                <a:sym typeface="Lato"/>
              </a:defRPr>
            </a:lvl3pPr>
            <a:lvl4pPr indent="-228600" lvl="3" marL="1828800" algn="l">
              <a:lnSpc>
                <a:spcPct val="100000"/>
              </a:lnSpc>
              <a:spcBef>
                <a:spcPts val="0"/>
              </a:spcBef>
              <a:spcAft>
                <a:spcPts val="0"/>
              </a:spcAft>
              <a:buSzPts val="1400"/>
              <a:buNone/>
              <a:defRPr b="1" sz="2400">
                <a:solidFill>
                  <a:srgbClr val="1C5AA5"/>
                </a:solidFill>
                <a:latin typeface="Lato"/>
                <a:ea typeface="Lato"/>
                <a:cs typeface="Lato"/>
                <a:sym typeface="Lato"/>
              </a:defRPr>
            </a:lvl4pPr>
            <a:lvl5pPr indent="-228600" lvl="4" marL="2286000" algn="l">
              <a:lnSpc>
                <a:spcPct val="100000"/>
              </a:lnSpc>
              <a:spcBef>
                <a:spcPts val="0"/>
              </a:spcBef>
              <a:spcAft>
                <a:spcPts val="0"/>
              </a:spcAft>
              <a:buSzPts val="1400"/>
              <a:buNone/>
              <a:defRPr b="1" sz="2400">
                <a:solidFill>
                  <a:srgbClr val="1C5AA5"/>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161" name="Google Shape;161;g311fd254064_0_541"/>
          <p:cNvGrpSpPr/>
          <p:nvPr/>
        </p:nvGrpSpPr>
        <p:grpSpPr>
          <a:xfrm>
            <a:off x="12501050" y="6640204"/>
            <a:ext cx="1385166" cy="1132028"/>
            <a:chOff x="12825027" y="4752786"/>
            <a:chExt cx="2538794" cy="2074831"/>
          </a:xfrm>
        </p:grpSpPr>
        <p:grpSp>
          <p:nvGrpSpPr>
            <p:cNvPr id="162" name="Google Shape;162;g311fd254064_0_541"/>
            <p:cNvGrpSpPr/>
            <p:nvPr/>
          </p:nvGrpSpPr>
          <p:grpSpPr>
            <a:xfrm>
              <a:off x="12825027" y="6677598"/>
              <a:ext cx="2538794" cy="150019"/>
              <a:chOff x="12825027" y="6677598"/>
              <a:chExt cx="2538794" cy="150019"/>
            </a:xfrm>
          </p:grpSpPr>
          <p:sp>
            <p:nvSpPr>
              <p:cNvPr id="163" name="Google Shape;163;g311fd254064_0_541"/>
              <p:cNvSpPr/>
              <p:nvPr/>
            </p:nvSpPr>
            <p:spPr>
              <a:xfrm>
                <a:off x="14074707" y="6736653"/>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242"/>
                      <a:pt x="24671" y="32100"/>
                      <a:pt x="15812" y="3190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164" name="Google Shape;164;g311fd254064_0_541"/>
              <p:cNvGrpSpPr/>
              <p:nvPr/>
            </p:nvGrpSpPr>
            <p:grpSpPr>
              <a:xfrm>
                <a:off x="12825027" y="6677598"/>
                <a:ext cx="1184624" cy="150019"/>
                <a:chOff x="12825027" y="6677598"/>
                <a:chExt cx="1184624" cy="150019"/>
              </a:xfrm>
            </p:grpSpPr>
            <p:sp>
              <p:nvSpPr>
                <p:cNvPr id="165" name="Google Shape;165;g311fd254064_0_541"/>
                <p:cNvSpPr/>
                <p:nvPr/>
              </p:nvSpPr>
              <p:spPr>
                <a:xfrm>
                  <a:off x="12825027" y="6679980"/>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66" name="Google Shape;166;g311fd254064_0_541"/>
                <p:cNvSpPr/>
                <p:nvPr/>
              </p:nvSpPr>
              <p:spPr>
                <a:xfrm>
                  <a:off x="12930563" y="6721985"/>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67" name="Google Shape;167;g311fd254064_0_541"/>
                <p:cNvSpPr/>
                <p:nvPr/>
              </p:nvSpPr>
              <p:spPr>
                <a:xfrm>
                  <a:off x="12996382"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68" name="Google Shape;168;g311fd254064_0_541"/>
                <p:cNvSpPr/>
                <p:nvPr/>
              </p:nvSpPr>
              <p:spPr>
                <a:xfrm>
                  <a:off x="13041141"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69" name="Google Shape;169;g311fd254064_0_541"/>
                <p:cNvSpPr/>
                <p:nvPr/>
              </p:nvSpPr>
              <p:spPr>
                <a:xfrm>
                  <a:off x="13071153" y="6721795"/>
                  <a:ext cx="72580" cy="73533"/>
                </a:xfrm>
                <a:custGeom>
                  <a:rect b="b" l="l" r="r" t="t"/>
                  <a:pathLst>
                    <a:path extrusionOk="0" h="73533" w="72580">
                      <a:moveTo>
                        <a:pt x="36290" y="73533"/>
                      </a:moveTo>
                      <a:cubicBezTo>
                        <a:pt x="25622" y="73533"/>
                        <a:pt x="16955" y="70104"/>
                        <a:pt x="10192" y="63151"/>
                      </a:cubicBezTo>
                      <a:cubicBezTo>
                        <a:pt x="3429" y="56197"/>
                        <a:pt x="0" y="47434"/>
                        <a:pt x="0" y="36766"/>
                      </a:cubicBezTo>
                      <a:cubicBezTo>
                        <a:pt x="0" y="26194"/>
                        <a:pt x="3429" y="17526"/>
                        <a:pt x="10192" y="10477"/>
                      </a:cubicBezTo>
                      <a:cubicBezTo>
                        <a:pt x="16955" y="3524"/>
                        <a:pt x="25718" y="0"/>
                        <a:pt x="36290" y="0"/>
                      </a:cubicBezTo>
                      <a:cubicBezTo>
                        <a:pt x="46863" y="0"/>
                        <a:pt x="55531" y="3524"/>
                        <a:pt x="62389" y="10477"/>
                      </a:cubicBezTo>
                      <a:cubicBezTo>
                        <a:pt x="69247" y="17431"/>
                        <a:pt x="72581" y="26194"/>
                        <a:pt x="72581" y="36766"/>
                      </a:cubicBezTo>
                      <a:cubicBezTo>
                        <a:pt x="72581" y="47434"/>
                        <a:pt x="69152" y="56197"/>
                        <a:pt x="62389" y="63151"/>
                      </a:cubicBezTo>
                      <a:cubicBezTo>
                        <a:pt x="55531" y="70104"/>
                        <a:pt x="46863" y="73533"/>
                        <a:pt x="36290" y="73533"/>
                      </a:cubicBezTo>
                      <a:close/>
                      <a:moveTo>
                        <a:pt x="36290" y="66104"/>
                      </a:moveTo>
                      <a:cubicBezTo>
                        <a:pt x="43529" y="66199"/>
                        <a:pt x="49816" y="63532"/>
                        <a:pt x="54959" y="58007"/>
                      </a:cubicBezTo>
                      <a:cubicBezTo>
                        <a:pt x="60103" y="52578"/>
                        <a:pt x="62770" y="45434"/>
                        <a:pt x="62770" y="36862"/>
                      </a:cubicBezTo>
                      <a:cubicBezTo>
                        <a:pt x="62770" y="28289"/>
                        <a:pt x="60198" y="21336"/>
                        <a:pt x="54959" y="15907"/>
                      </a:cubicBezTo>
                      <a:cubicBezTo>
                        <a:pt x="49816" y="10477"/>
                        <a:pt x="43529" y="7715"/>
                        <a:pt x="36290" y="7620"/>
                      </a:cubicBezTo>
                      <a:cubicBezTo>
                        <a:pt x="28861" y="7620"/>
                        <a:pt x="22670" y="10382"/>
                        <a:pt x="17526" y="15811"/>
                      </a:cubicBezTo>
                      <a:cubicBezTo>
                        <a:pt x="12383" y="21241"/>
                        <a:pt x="9811" y="28289"/>
                        <a:pt x="9811" y="36862"/>
                      </a:cubicBezTo>
                      <a:cubicBezTo>
                        <a:pt x="9716" y="45529"/>
                        <a:pt x="12287" y="52578"/>
                        <a:pt x="17431" y="58007"/>
                      </a:cubicBezTo>
                      <a:cubicBezTo>
                        <a:pt x="22574" y="63341"/>
                        <a:pt x="28861" y="66104"/>
                        <a:pt x="36290"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0" name="Google Shape;170;g311fd254064_0_541"/>
                <p:cNvSpPr/>
                <p:nvPr/>
              </p:nvSpPr>
              <p:spPr>
                <a:xfrm>
                  <a:off x="13162213"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1" name="Google Shape;171;g311fd254064_0_541"/>
                <p:cNvSpPr/>
                <p:nvPr/>
              </p:nvSpPr>
              <p:spPr>
                <a:xfrm>
                  <a:off x="13235648" y="6721890"/>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2" name="Google Shape;172;g311fd254064_0_541"/>
                <p:cNvSpPr/>
                <p:nvPr/>
              </p:nvSpPr>
              <p:spPr>
                <a:xfrm>
                  <a:off x="13326233" y="6677598"/>
                  <a:ext cx="68008" cy="117729"/>
                </a:xfrm>
                <a:custGeom>
                  <a:rect b="b" l="l" r="r" t="t"/>
                  <a:pathLst>
                    <a:path extrusionOk="0" h="117729"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4"/>
                        <a:pt x="58674" y="107252"/>
                      </a:cubicBezTo>
                      <a:cubicBezTo>
                        <a:pt x="52388" y="114110"/>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300"/>
                      </a:moveTo>
                      <a:cubicBezTo>
                        <a:pt x="41338" y="110300"/>
                        <a:pt x="47149" y="107537"/>
                        <a:pt x="51625" y="102108"/>
                      </a:cubicBezTo>
                      <a:cubicBezTo>
                        <a:pt x="56007" y="96679"/>
                        <a:pt x="58198" y="89630"/>
                        <a:pt x="58198" y="81058"/>
                      </a:cubicBezTo>
                      <a:cubicBezTo>
                        <a:pt x="58102" y="72295"/>
                        <a:pt x="55721" y="65246"/>
                        <a:pt x="51149" y="59912"/>
                      </a:cubicBezTo>
                      <a:cubicBezTo>
                        <a:pt x="46577" y="54578"/>
                        <a:pt x="40386" y="51816"/>
                        <a:pt x="32671" y="51816"/>
                      </a:cubicBezTo>
                      <a:cubicBezTo>
                        <a:pt x="25622" y="51816"/>
                        <a:pt x="19812" y="54673"/>
                        <a:pt x="15335" y="60293"/>
                      </a:cubicBezTo>
                      <a:cubicBezTo>
                        <a:pt x="10858" y="66008"/>
                        <a:pt x="8668" y="72866"/>
                        <a:pt x="8668" y="81058"/>
                      </a:cubicBezTo>
                      <a:cubicBezTo>
                        <a:pt x="8668" y="90106"/>
                        <a:pt x="11144" y="97250"/>
                        <a:pt x="16097" y="102489"/>
                      </a:cubicBezTo>
                      <a:cubicBezTo>
                        <a:pt x="20955" y="107632"/>
                        <a:pt x="26860" y="110300"/>
                        <a:pt x="33909" y="11030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3" name="Google Shape;173;g311fd254064_0_541"/>
                <p:cNvSpPr/>
                <p:nvPr/>
              </p:nvSpPr>
              <p:spPr>
                <a:xfrm>
                  <a:off x="13412720" y="6677694"/>
                  <a:ext cx="9239" cy="114871"/>
                </a:xfrm>
                <a:custGeom>
                  <a:rect b="b" l="l" r="r" t="t"/>
                  <a:pathLst>
                    <a:path extrusionOk="0" h="114871" w="9239">
                      <a:moveTo>
                        <a:pt x="0" y="114871"/>
                      </a:moveTo>
                      <a:lnTo>
                        <a:pt x="0" y="0"/>
                      </a:lnTo>
                      <a:lnTo>
                        <a:pt x="9239" y="0"/>
                      </a:ln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4" name="Google Shape;174;g311fd254064_0_541"/>
                <p:cNvSpPr/>
                <p:nvPr/>
              </p:nvSpPr>
              <p:spPr>
                <a:xfrm>
                  <a:off x="13440343" y="6721795"/>
                  <a:ext cx="65055" cy="73533"/>
                </a:xfrm>
                <a:custGeom>
                  <a:rect b="b" l="l" r="r" t="t"/>
                  <a:pathLst>
                    <a:path extrusionOk="0" h="73533" w="65055">
                      <a:moveTo>
                        <a:pt x="58007" y="49339"/>
                      </a:moveTo>
                      <a:lnTo>
                        <a:pt x="65056" y="52959"/>
                      </a:lnTo>
                      <a:cubicBezTo>
                        <a:pt x="61627" y="59912"/>
                        <a:pt x="57341" y="65151"/>
                        <a:pt x="52102" y="68485"/>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4"/>
                        <a:pt x="34290" y="66104"/>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5" name="Google Shape;175;g311fd254064_0_541"/>
                <p:cNvSpPr/>
                <p:nvPr/>
              </p:nvSpPr>
              <p:spPr>
                <a:xfrm>
                  <a:off x="13561881" y="6683123"/>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6" name="Google Shape;176;g311fd254064_0_541"/>
                <p:cNvSpPr/>
                <p:nvPr/>
              </p:nvSpPr>
              <p:spPr>
                <a:xfrm>
                  <a:off x="13597219"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7" name="Google Shape;177;g311fd254064_0_541"/>
                <p:cNvSpPr/>
                <p:nvPr/>
              </p:nvSpPr>
              <p:spPr>
                <a:xfrm>
                  <a:off x="13668466"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8" name="Google Shape;178;g311fd254064_0_541"/>
                <p:cNvSpPr/>
                <p:nvPr/>
              </p:nvSpPr>
              <p:spPr>
                <a:xfrm>
                  <a:off x="13731322"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79" name="Google Shape;179;g311fd254064_0_541"/>
                <p:cNvSpPr/>
                <p:nvPr/>
              </p:nvSpPr>
              <p:spPr>
                <a:xfrm>
                  <a:off x="13761526" y="6721890"/>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0" name="Google Shape;180;g311fd254064_0_541"/>
                <p:cNvSpPr/>
                <p:nvPr/>
              </p:nvSpPr>
              <p:spPr>
                <a:xfrm>
                  <a:off x="13852108" y="6677694"/>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1" name="Google Shape;181;g311fd254064_0_541"/>
                <p:cNvSpPr/>
                <p:nvPr/>
              </p:nvSpPr>
              <p:spPr>
                <a:xfrm>
                  <a:off x="13921164"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2" name="Google Shape;182;g311fd254064_0_541"/>
                <p:cNvSpPr/>
                <p:nvPr/>
              </p:nvSpPr>
              <p:spPr>
                <a:xfrm>
                  <a:off x="13961741"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183" name="Google Shape;183;g311fd254064_0_541"/>
              <p:cNvGrpSpPr/>
              <p:nvPr/>
            </p:nvGrpSpPr>
            <p:grpSpPr>
              <a:xfrm>
                <a:off x="14161956" y="6681694"/>
                <a:ext cx="1201865" cy="112681"/>
                <a:chOff x="14161956" y="6681694"/>
                <a:chExt cx="1201865" cy="112681"/>
              </a:xfrm>
            </p:grpSpPr>
            <p:sp>
              <p:nvSpPr>
                <p:cNvPr id="184" name="Google Shape;184;g311fd254064_0_541"/>
                <p:cNvSpPr/>
                <p:nvPr/>
              </p:nvSpPr>
              <p:spPr>
                <a:xfrm>
                  <a:off x="14161956" y="6681694"/>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99"/>
                      </a:moveTo>
                      <a:lnTo>
                        <a:pt x="67151" y="68199"/>
                      </a:lnTo>
                      <a:lnTo>
                        <a:pt x="48196" y="23527"/>
                      </a:lnTo>
                      <a:lnTo>
                        <a:pt x="29242"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5" name="Google Shape;185;g311fd254064_0_541"/>
                <p:cNvSpPr/>
                <p:nvPr/>
              </p:nvSpPr>
              <p:spPr>
                <a:xfrm>
                  <a:off x="14267301"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6" name="Google Shape;186;g311fd254064_0_541"/>
                <p:cNvSpPr/>
                <p:nvPr/>
              </p:nvSpPr>
              <p:spPr>
                <a:xfrm>
                  <a:off x="14337405" y="6720937"/>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7" name="Google Shape;187;g311fd254064_0_541"/>
                <p:cNvSpPr/>
                <p:nvPr/>
              </p:nvSpPr>
              <p:spPr>
                <a:xfrm>
                  <a:off x="14411890" y="6723699"/>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8" name="Google Shape;188;g311fd254064_0_541"/>
                <p:cNvSpPr/>
                <p:nvPr/>
              </p:nvSpPr>
              <p:spPr>
                <a:xfrm>
                  <a:off x="14489998" y="6724842"/>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1"/>
                        <a:pt x="32861" y="476"/>
                      </a:cubicBezTo>
                      <a:cubicBezTo>
                        <a:pt x="34290" y="762"/>
                        <a:pt x="35623" y="1143"/>
                        <a:pt x="36957" y="1524"/>
                      </a:cubicBezTo>
                      <a:lnTo>
                        <a:pt x="34195" y="10287"/>
                      </a:lnTo>
                      <a:cubicBezTo>
                        <a:pt x="33147" y="9811"/>
                        <a:pt x="32099" y="9335"/>
                        <a:pt x="31052" y="9049"/>
                      </a:cubicBezTo>
                      <a:cubicBezTo>
                        <a:pt x="30004" y="8763"/>
                        <a:pt x="28861" y="8573"/>
                        <a:pt x="27622" y="8573"/>
                      </a:cubicBezTo>
                      <a:cubicBezTo>
                        <a:pt x="23146" y="8573"/>
                        <a:pt x="18955" y="11335"/>
                        <a:pt x="15145" y="16859"/>
                      </a:cubicBezTo>
                      <a:cubicBezTo>
                        <a:pt x="11335" y="22384"/>
                        <a:pt x="9430" y="28194"/>
                        <a:pt x="9430" y="34385"/>
                      </a:cubicBezTo>
                      <a:lnTo>
                        <a:pt x="9430" y="69437"/>
                      </a:lnTo>
                      <a:lnTo>
                        <a:pt x="0" y="69437"/>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89" name="Google Shape;189;g311fd254064_0_541"/>
                <p:cNvSpPr/>
                <p:nvPr/>
              </p:nvSpPr>
              <p:spPr>
                <a:xfrm>
                  <a:off x="14535811" y="6720842"/>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0" name="Google Shape;190;g311fd254064_0_541"/>
                <p:cNvSpPr/>
                <p:nvPr/>
              </p:nvSpPr>
              <p:spPr>
                <a:xfrm>
                  <a:off x="14617537" y="6700078"/>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1" name="Google Shape;191;g311fd254064_0_541"/>
                <p:cNvSpPr/>
                <p:nvPr/>
              </p:nvSpPr>
              <p:spPr>
                <a:xfrm>
                  <a:off x="14660305" y="6720747"/>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2" name="Google Shape;192;g311fd254064_0_541"/>
                <p:cNvSpPr/>
                <p:nvPr/>
              </p:nvSpPr>
              <p:spPr>
                <a:xfrm>
                  <a:off x="14781463" y="6684838"/>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5"/>
                        <a:pt x="80200" y="83820"/>
                        <a:pt x="69818" y="94107"/>
                      </a:cubicBezTo>
                      <a:cubicBezTo>
                        <a:pt x="59436" y="104394"/>
                        <a:pt x="45148" y="109538"/>
                        <a:pt x="26670" y="109538"/>
                      </a:cubicBezTo>
                      <a:lnTo>
                        <a:pt x="0" y="109538"/>
                      </a:lnTo>
                      <a:close/>
                      <a:moveTo>
                        <a:pt x="10478" y="100774"/>
                      </a:moveTo>
                      <a:lnTo>
                        <a:pt x="25717" y="100774"/>
                      </a:lnTo>
                      <a:cubicBezTo>
                        <a:pt x="40576" y="100870"/>
                        <a:pt x="52388" y="96964"/>
                        <a:pt x="61150" y="89059"/>
                      </a:cubicBezTo>
                      <a:cubicBezTo>
                        <a:pt x="69913" y="81153"/>
                        <a:pt x="74390" y="69723"/>
                        <a:pt x="74390" y="54864"/>
                      </a:cubicBezTo>
                      <a:cubicBezTo>
                        <a:pt x="74390" y="40957"/>
                        <a:pt x="69913" y="29908"/>
                        <a:pt x="61055" y="21526"/>
                      </a:cubicBezTo>
                      <a:cubicBezTo>
                        <a:pt x="52197" y="13145"/>
                        <a:pt x="40386" y="8954"/>
                        <a:pt x="25717" y="8954"/>
                      </a:cubicBezTo>
                      <a:lnTo>
                        <a:pt x="10478" y="8954"/>
                      </a:lnTo>
                      <a:lnTo>
                        <a:pt x="10478" y="10077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3" name="Google Shape;193;g311fd254064_0_541"/>
                <p:cNvSpPr/>
                <p:nvPr/>
              </p:nvSpPr>
              <p:spPr>
                <a:xfrm>
                  <a:off x="14882523" y="6720747"/>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4" name="Google Shape;194;g311fd254064_0_541"/>
                <p:cNvSpPr/>
                <p:nvPr/>
              </p:nvSpPr>
              <p:spPr>
                <a:xfrm>
                  <a:off x="14961674"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5" name="Google Shape;195;g311fd254064_0_541"/>
                <p:cNvSpPr/>
                <p:nvPr/>
              </p:nvSpPr>
              <p:spPr>
                <a:xfrm>
                  <a:off x="15033674" y="6696363"/>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6" name="Google Shape;196;g311fd254064_0_541"/>
                <p:cNvSpPr/>
                <p:nvPr/>
              </p:nvSpPr>
              <p:spPr>
                <a:xfrm>
                  <a:off x="15061402"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30"/>
                        <a:pt x="23622" y="7430"/>
                      </a:cubicBezTo>
                      <a:cubicBezTo>
                        <a:pt x="20098" y="7430"/>
                        <a:pt x="17336" y="8477"/>
                        <a:pt x="15240" y="10478"/>
                      </a:cubicBezTo>
                      <a:cubicBezTo>
                        <a:pt x="13145"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7" name="Google Shape;197;g311fd254064_0_541"/>
                <p:cNvSpPr/>
                <p:nvPr/>
              </p:nvSpPr>
              <p:spPr>
                <a:xfrm>
                  <a:off x="15124235" y="6696363"/>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8" name="Google Shape;198;g311fd254064_0_541"/>
                <p:cNvSpPr/>
                <p:nvPr/>
              </p:nvSpPr>
              <p:spPr>
                <a:xfrm>
                  <a:off x="15154176" y="6720747"/>
                  <a:ext cx="72389" cy="73533"/>
                </a:xfrm>
                <a:custGeom>
                  <a:rect b="b" l="l" r="r" t="t"/>
                  <a:pathLst>
                    <a:path extrusionOk="0" h="73533" w="72389">
                      <a:moveTo>
                        <a:pt x="36195" y="73533"/>
                      </a:moveTo>
                      <a:cubicBezTo>
                        <a:pt x="25527" y="73533"/>
                        <a:pt x="16859" y="70104"/>
                        <a:pt x="10096" y="63151"/>
                      </a:cubicBezTo>
                      <a:cubicBezTo>
                        <a:pt x="3334" y="56197"/>
                        <a:pt x="0" y="47435"/>
                        <a:pt x="0" y="36767"/>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7"/>
                      </a:cubicBezTo>
                      <a:cubicBezTo>
                        <a:pt x="72390" y="47435"/>
                        <a:pt x="68961" y="56197"/>
                        <a:pt x="62198" y="63151"/>
                      </a:cubicBezTo>
                      <a:cubicBezTo>
                        <a:pt x="55435" y="70104"/>
                        <a:pt x="46768" y="73533"/>
                        <a:pt x="36195" y="73533"/>
                      </a:cubicBezTo>
                      <a:close/>
                      <a:moveTo>
                        <a:pt x="36195" y="66104"/>
                      </a:moveTo>
                      <a:cubicBezTo>
                        <a:pt x="43434" y="66199"/>
                        <a:pt x="49721" y="63532"/>
                        <a:pt x="54864" y="58007"/>
                      </a:cubicBezTo>
                      <a:cubicBezTo>
                        <a:pt x="60007" y="52578"/>
                        <a:pt x="62579" y="45434"/>
                        <a:pt x="62579" y="36862"/>
                      </a:cubicBezTo>
                      <a:cubicBezTo>
                        <a:pt x="62579" y="28289"/>
                        <a:pt x="60007" y="21336"/>
                        <a:pt x="54864" y="15907"/>
                      </a:cubicBezTo>
                      <a:cubicBezTo>
                        <a:pt x="49721" y="10478"/>
                        <a:pt x="43434" y="7715"/>
                        <a:pt x="36195" y="7620"/>
                      </a:cubicBezTo>
                      <a:cubicBezTo>
                        <a:pt x="28861" y="7620"/>
                        <a:pt x="22574" y="10382"/>
                        <a:pt x="17431" y="15812"/>
                      </a:cubicBezTo>
                      <a:cubicBezTo>
                        <a:pt x="12287" y="21241"/>
                        <a:pt x="9715" y="28289"/>
                        <a:pt x="9715" y="36862"/>
                      </a:cubicBezTo>
                      <a:cubicBezTo>
                        <a:pt x="9620" y="45529"/>
                        <a:pt x="12192" y="52578"/>
                        <a:pt x="17335" y="58007"/>
                      </a:cubicBezTo>
                      <a:cubicBezTo>
                        <a:pt x="22574" y="63341"/>
                        <a:pt x="28861" y="66104"/>
                        <a:pt x="36195"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199" name="Google Shape;199;g311fd254064_0_541"/>
                <p:cNvSpPr/>
                <p:nvPr/>
              </p:nvSpPr>
              <p:spPr>
                <a:xfrm>
                  <a:off x="15245044" y="6723604"/>
                  <a:ext cx="54768" cy="70675"/>
                </a:xfrm>
                <a:custGeom>
                  <a:rect b="b" l="l" r="r" t="t"/>
                  <a:pathLst>
                    <a:path extrusionOk="0" h="70675" w="54768">
                      <a:moveTo>
                        <a:pt x="0" y="70675"/>
                      </a:moveTo>
                      <a:lnTo>
                        <a:pt x="0" y="2857"/>
                      </a:lnTo>
                      <a:lnTo>
                        <a:pt x="9239" y="2857"/>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8"/>
                        <a:pt x="54769" y="27241"/>
                      </a:cubicBezTo>
                      <a:lnTo>
                        <a:pt x="54769" y="70675"/>
                      </a:lnTo>
                      <a:lnTo>
                        <a:pt x="45529" y="70675"/>
                      </a:lnTo>
                      <a:lnTo>
                        <a:pt x="45529" y="28480"/>
                      </a:lnTo>
                      <a:cubicBezTo>
                        <a:pt x="45529" y="21145"/>
                        <a:pt x="44291" y="15907"/>
                        <a:pt x="41815" y="12573"/>
                      </a:cubicBezTo>
                      <a:cubicBezTo>
                        <a:pt x="39338" y="9239"/>
                        <a:pt x="35528" y="7525"/>
                        <a:pt x="30575" y="7525"/>
                      </a:cubicBezTo>
                      <a:cubicBezTo>
                        <a:pt x="24289" y="7525"/>
                        <a:pt x="19241" y="10192"/>
                        <a:pt x="15240" y="15526"/>
                      </a:cubicBezTo>
                      <a:cubicBezTo>
                        <a:pt x="11240" y="20859"/>
                        <a:pt x="9239" y="27432"/>
                        <a:pt x="9239" y="35338"/>
                      </a:cubicBezTo>
                      <a:lnTo>
                        <a:pt x="9239" y="70675"/>
                      </a:lnTo>
                      <a:lnTo>
                        <a:pt x="0" y="7067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0" name="Google Shape;200;g311fd254064_0_541"/>
                <p:cNvSpPr/>
                <p:nvPr/>
              </p:nvSpPr>
              <p:spPr>
                <a:xfrm>
                  <a:off x="15316101"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30"/>
                        <a:pt x="23622" y="7430"/>
                      </a:cubicBezTo>
                      <a:cubicBezTo>
                        <a:pt x="20098" y="7430"/>
                        <a:pt x="17335" y="8477"/>
                        <a:pt x="15240" y="10478"/>
                      </a:cubicBezTo>
                      <a:cubicBezTo>
                        <a:pt x="13144"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201" name="Google Shape;201;g311fd254064_0_541"/>
            <p:cNvGrpSpPr/>
            <p:nvPr/>
          </p:nvGrpSpPr>
          <p:grpSpPr>
            <a:xfrm>
              <a:off x="12826647" y="5913694"/>
              <a:ext cx="2535555" cy="587025"/>
              <a:chOff x="12826647" y="5913694"/>
              <a:chExt cx="2535555" cy="587025"/>
            </a:xfrm>
          </p:grpSpPr>
          <p:sp>
            <p:nvSpPr>
              <p:cNvPr id="202" name="Google Shape;202;g311fd254064_0_541"/>
              <p:cNvSpPr/>
              <p:nvPr/>
            </p:nvSpPr>
            <p:spPr>
              <a:xfrm>
                <a:off x="12826647" y="5915408"/>
                <a:ext cx="149637" cy="585216"/>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3" name="Google Shape;203;g311fd254064_0_541"/>
              <p:cNvSpPr/>
              <p:nvPr/>
            </p:nvSpPr>
            <p:spPr>
              <a:xfrm>
                <a:off x="13052675" y="5913694"/>
                <a:ext cx="202501" cy="587025"/>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924"/>
                      <a:pt x="27908" y="140779"/>
                    </a:cubicBezTo>
                    <a:cubicBezTo>
                      <a:pt x="45053" y="128207"/>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4" name="Google Shape;204;g311fd254064_0_541"/>
              <p:cNvSpPr/>
              <p:nvPr/>
            </p:nvSpPr>
            <p:spPr>
              <a:xfrm>
                <a:off x="13323280"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8"/>
                      <a:pt x="118777" y="514826"/>
                    </a:cubicBezTo>
                    <a:cubicBezTo>
                      <a:pt x="131540" y="525304"/>
                      <a:pt x="153829" y="534829"/>
                      <a:pt x="185833" y="543306"/>
                    </a:cubicBezTo>
                    <a:lnTo>
                      <a:pt x="156115" y="585406"/>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5" name="Google Shape;205;g311fd254064_0_541"/>
              <p:cNvSpPr/>
              <p:nvPr/>
            </p:nvSpPr>
            <p:spPr>
              <a:xfrm>
                <a:off x="13584360" y="5915218"/>
                <a:ext cx="175545" cy="58540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2"/>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6"/>
                    </a:lnTo>
                    <a:cubicBezTo>
                      <a:pt x="71533" y="571405"/>
                      <a:pt x="36195" y="546544"/>
                      <a:pt x="18574" y="511016"/>
                    </a:cubicBezTo>
                    <a:cubicBezTo>
                      <a:pt x="6191" y="486061"/>
                      <a:pt x="0" y="445675"/>
                      <a:pt x="0" y="389954"/>
                    </a:cubicBezTo>
                    <a:lnTo>
                      <a:pt x="0" y="64484"/>
                    </a:lnTo>
                    <a:cubicBezTo>
                      <a:pt x="0" y="46863"/>
                      <a:pt x="9334" y="31528"/>
                      <a:pt x="27908" y="18669"/>
                    </a:cubicBezTo>
                    <a:cubicBezTo>
                      <a:pt x="45053" y="6191"/>
                      <a:pt x="64294" y="0"/>
                      <a:pt x="85534" y="0"/>
                    </a:cubicBezTo>
                    <a:close/>
                    <a:moveTo>
                      <a:pt x="88011" y="50101"/>
                    </a:moveTo>
                    <a:cubicBezTo>
                      <a:pt x="65818" y="50101"/>
                      <a:pt x="54769" y="59817"/>
                      <a:pt x="54769" y="79153"/>
                    </a:cubicBezTo>
                    <a:lnTo>
                      <a:pt x="54769" y="382714"/>
                    </a:lnTo>
                    <a:cubicBezTo>
                      <a:pt x="54769" y="402050"/>
                      <a:pt x="65818" y="411766"/>
                      <a:pt x="88011" y="411766"/>
                    </a:cubicBezTo>
                    <a:cubicBezTo>
                      <a:pt x="109823" y="411766"/>
                      <a:pt x="120777" y="402050"/>
                      <a:pt x="120777" y="382714"/>
                    </a:cubicBezTo>
                    <a:lnTo>
                      <a:pt x="120777" y="79153"/>
                    </a:lnTo>
                    <a:cubicBezTo>
                      <a:pt x="120777" y="59722"/>
                      <a:pt x="109823" y="50101"/>
                      <a:pt x="88011" y="50101"/>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6" name="Google Shape;206;g311fd254064_0_541"/>
              <p:cNvSpPr/>
              <p:nvPr/>
            </p:nvSpPr>
            <p:spPr>
              <a:xfrm>
                <a:off x="13848489" y="5915218"/>
                <a:ext cx="175545" cy="585406"/>
              </a:xfrm>
              <a:custGeom>
                <a:rect b="b" l="l" r="r" t="t"/>
                <a:pathLst>
                  <a:path extrusionOk="0" h="585406" w="175545">
                    <a:moveTo>
                      <a:pt x="85535" y="0"/>
                    </a:moveTo>
                    <a:cubicBezTo>
                      <a:pt x="108395" y="0"/>
                      <a:pt x="128588" y="5810"/>
                      <a:pt x="146209" y="17335"/>
                    </a:cubicBezTo>
                    <a:cubicBezTo>
                      <a:pt x="165735" y="29718"/>
                      <a:pt x="175546" y="45529"/>
                      <a:pt x="175546" y="64675"/>
                    </a:cubicBezTo>
                    <a:lnTo>
                      <a:pt x="175546" y="585406"/>
                    </a:lnTo>
                    <a:lnTo>
                      <a:pt x="120777" y="585406"/>
                    </a:lnTo>
                    <a:lnTo>
                      <a:pt x="120777" y="79058"/>
                    </a:lnTo>
                    <a:cubicBezTo>
                      <a:pt x="120777" y="59626"/>
                      <a:pt x="109823" y="49911"/>
                      <a:pt x="88011" y="49911"/>
                    </a:cubicBezTo>
                    <a:cubicBezTo>
                      <a:pt x="65818" y="49911"/>
                      <a:pt x="54769" y="59626"/>
                      <a:pt x="54769" y="79058"/>
                    </a:cubicBezTo>
                    <a:lnTo>
                      <a:pt x="54769" y="585406"/>
                    </a:lnTo>
                    <a:lnTo>
                      <a:pt x="0" y="585406"/>
                    </a:lnTo>
                    <a:lnTo>
                      <a:pt x="0" y="64675"/>
                    </a:lnTo>
                    <a:cubicBezTo>
                      <a:pt x="0" y="46958"/>
                      <a:pt x="9335" y="31623"/>
                      <a:pt x="27908" y="18669"/>
                    </a:cubicBezTo>
                    <a:cubicBezTo>
                      <a:pt x="45053" y="6191"/>
                      <a:pt x="64294" y="0"/>
                      <a:pt x="85535" y="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7" name="Google Shape;207;g311fd254064_0_541"/>
              <p:cNvSpPr/>
              <p:nvPr/>
            </p:nvSpPr>
            <p:spPr>
              <a:xfrm>
                <a:off x="14116141"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8"/>
                      <a:pt x="118777" y="514826"/>
                    </a:cubicBezTo>
                    <a:cubicBezTo>
                      <a:pt x="131445" y="525304"/>
                      <a:pt x="153829" y="534829"/>
                      <a:pt x="185833" y="543306"/>
                    </a:cubicBezTo>
                    <a:lnTo>
                      <a:pt x="156115" y="585406"/>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8" name="Google Shape;208;g311fd254064_0_541"/>
              <p:cNvSpPr/>
              <p:nvPr/>
            </p:nvSpPr>
            <p:spPr>
              <a:xfrm>
                <a:off x="14377126" y="5915313"/>
                <a:ext cx="177450" cy="585311"/>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09" name="Google Shape;209;g311fd254064_0_541"/>
              <p:cNvSpPr/>
              <p:nvPr/>
            </p:nvSpPr>
            <p:spPr>
              <a:xfrm>
                <a:off x="14647446" y="5915312"/>
                <a:ext cx="60388" cy="585311"/>
              </a:xfrm>
              <a:custGeom>
                <a:rect b="b" l="l" r="r" t="t"/>
                <a:pathLst>
                  <a:path extrusionOk="0" h="585311" w="60388">
                    <a:moveTo>
                      <a:pt x="3143" y="585312"/>
                    </a:moveTo>
                    <a:lnTo>
                      <a:pt x="3143" y="115253"/>
                    </a:lnTo>
                    <a:lnTo>
                      <a:pt x="57912" y="115253"/>
                    </a:lnTo>
                    <a:lnTo>
                      <a:pt x="57912" y="585312"/>
                    </a:lnTo>
                    <a:lnTo>
                      <a:pt x="3143" y="585312"/>
                    </a:lnTo>
                    <a:close/>
                    <a:moveTo>
                      <a:pt x="0" y="30195"/>
                    </a:moveTo>
                    <a:cubicBezTo>
                      <a:pt x="0" y="46863"/>
                      <a:pt x="13526" y="60389"/>
                      <a:pt x="30194" y="60389"/>
                    </a:cubicBezTo>
                    <a:cubicBezTo>
                      <a:pt x="46863" y="60389"/>
                      <a:pt x="60388" y="46863"/>
                      <a:pt x="60388" y="30195"/>
                    </a:cubicBezTo>
                    <a:cubicBezTo>
                      <a:pt x="60388" y="13526"/>
                      <a:pt x="46863" y="0"/>
                      <a:pt x="30194" y="0"/>
                    </a:cubicBezTo>
                    <a:cubicBezTo>
                      <a:pt x="13621" y="-95"/>
                      <a:pt x="0" y="13526"/>
                      <a:pt x="0" y="30195"/>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10" name="Google Shape;210;g311fd254064_0_541"/>
              <p:cNvSpPr/>
              <p:nvPr/>
            </p:nvSpPr>
            <p:spPr>
              <a:xfrm>
                <a:off x="14797846" y="5915218"/>
                <a:ext cx="175545" cy="585216"/>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0"/>
                      <a:pt x="90392" y="457390"/>
                    </a:cubicBezTo>
                    <a:lnTo>
                      <a:pt x="85534" y="457390"/>
                    </a:lnTo>
                    <a:cubicBezTo>
                      <a:pt x="75724" y="457390"/>
                      <a:pt x="66104" y="455867"/>
                      <a:pt x="56674" y="452818"/>
                    </a:cubicBezTo>
                    <a:cubicBezTo>
                      <a:pt x="59912" y="479393"/>
                      <a:pt x="69723" y="499681"/>
                      <a:pt x="86011" y="513588"/>
                    </a:cubicBezTo>
                    <a:cubicBezTo>
                      <a:pt x="100013" y="525304"/>
                      <a:pt x="122872" y="535496"/>
                      <a:pt x="154496" y="544163"/>
                    </a:cubicBezTo>
                    <a:lnTo>
                      <a:pt x="124682" y="585216"/>
                    </a:lnTo>
                    <a:cubicBezTo>
                      <a:pt x="71533" y="571214"/>
                      <a:pt x="36195" y="546544"/>
                      <a:pt x="18574" y="511016"/>
                    </a:cubicBezTo>
                    <a:cubicBezTo>
                      <a:pt x="6191" y="486156"/>
                      <a:pt x="0" y="445865"/>
                      <a:pt x="0" y="390239"/>
                    </a:cubicBezTo>
                    <a:lnTo>
                      <a:pt x="0" y="64008"/>
                    </a:lnTo>
                    <a:cubicBezTo>
                      <a:pt x="0" y="46387"/>
                      <a:pt x="9334" y="31147"/>
                      <a:pt x="27908" y="18288"/>
                    </a:cubicBezTo>
                    <a:cubicBezTo>
                      <a:pt x="45148" y="6191"/>
                      <a:pt x="64389" y="0"/>
                      <a:pt x="85534" y="0"/>
                    </a:cubicBezTo>
                    <a:close/>
                    <a:moveTo>
                      <a:pt x="88011" y="49911"/>
                    </a:moveTo>
                    <a:cubicBezTo>
                      <a:pt x="65818" y="49911"/>
                      <a:pt x="54769" y="59531"/>
                      <a:pt x="54769" y="78867"/>
                    </a:cubicBezTo>
                    <a:lnTo>
                      <a:pt x="54769" y="383286"/>
                    </a:lnTo>
                    <a:cubicBezTo>
                      <a:pt x="54769" y="402526"/>
                      <a:pt x="65818" y="412242"/>
                      <a:pt x="88011" y="412242"/>
                    </a:cubicBezTo>
                    <a:cubicBezTo>
                      <a:pt x="109823" y="412242"/>
                      <a:pt x="120777" y="402622"/>
                      <a:pt x="120777" y="383286"/>
                    </a:cubicBezTo>
                    <a:lnTo>
                      <a:pt x="120777" y="78867"/>
                    </a:lnTo>
                    <a:cubicBezTo>
                      <a:pt x="120777" y="59626"/>
                      <a:pt x="109823" y="49911"/>
                      <a:pt x="88011" y="49911"/>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11" name="Google Shape;211;g311fd254064_0_541"/>
              <p:cNvSpPr/>
              <p:nvPr/>
            </p:nvSpPr>
            <p:spPr>
              <a:xfrm>
                <a:off x="15061974" y="5915313"/>
                <a:ext cx="300228" cy="585311"/>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4"/>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212" name="Google Shape;212;g311fd254064_0_541"/>
            <p:cNvGrpSpPr/>
            <p:nvPr/>
          </p:nvGrpSpPr>
          <p:grpSpPr>
            <a:xfrm>
              <a:off x="13531497" y="4752786"/>
              <a:ext cx="1125949" cy="880491"/>
              <a:chOff x="13531497" y="4752786"/>
              <a:chExt cx="1125949" cy="880491"/>
            </a:xfrm>
          </p:grpSpPr>
          <p:grpSp>
            <p:nvGrpSpPr>
              <p:cNvPr id="213" name="Google Shape;213;g311fd254064_0_541"/>
              <p:cNvGrpSpPr/>
              <p:nvPr/>
            </p:nvGrpSpPr>
            <p:grpSpPr>
              <a:xfrm>
                <a:off x="14094424" y="4752786"/>
                <a:ext cx="563022" cy="880491"/>
                <a:chOff x="14094424" y="4752786"/>
                <a:chExt cx="563022" cy="880491"/>
              </a:xfrm>
            </p:grpSpPr>
            <p:sp>
              <p:nvSpPr>
                <p:cNvPr id="214" name="Google Shape;214;g311fd254064_0_541"/>
                <p:cNvSpPr/>
                <p:nvPr/>
              </p:nvSpPr>
              <p:spPr>
                <a:xfrm>
                  <a:off x="14094424" y="5054919"/>
                  <a:ext cx="499300" cy="325564"/>
                </a:xfrm>
                <a:custGeom>
                  <a:rect b="b" l="l" r="r" t="t"/>
                  <a:pathLst>
                    <a:path extrusionOk="0" h="325564" w="499300">
                      <a:moveTo>
                        <a:pt x="499301" y="162497"/>
                      </a:moveTo>
                      <a:lnTo>
                        <a:pt x="0" y="0"/>
                      </a:lnTo>
                      <a:lnTo>
                        <a:pt x="0" y="177832"/>
                      </a:lnTo>
                      <a:lnTo>
                        <a:pt x="453962" y="325565"/>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15" name="Google Shape;215;g311fd254064_0_541"/>
                <p:cNvSpPr/>
                <p:nvPr/>
              </p:nvSpPr>
              <p:spPr>
                <a:xfrm>
                  <a:off x="14094424" y="5217416"/>
                  <a:ext cx="499300" cy="415861"/>
                </a:xfrm>
                <a:custGeom>
                  <a:rect b="b" l="l" r="r" t="t"/>
                  <a:pathLst>
                    <a:path extrusionOk="0" h="415861" w="499300">
                      <a:moveTo>
                        <a:pt x="0" y="245364"/>
                      </a:moveTo>
                      <a:lnTo>
                        <a:pt x="95" y="415861"/>
                      </a:lnTo>
                      <a:lnTo>
                        <a:pt x="454438" y="192405"/>
                      </a:lnTo>
                      <a:lnTo>
                        <a:pt x="499301" y="0"/>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216" name="Google Shape;216;g311fd254064_0_541"/>
                <p:cNvGrpSpPr/>
                <p:nvPr/>
              </p:nvGrpSpPr>
              <p:grpSpPr>
                <a:xfrm>
                  <a:off x="14094424" y="4752786"/>
                  <a:ext cx="563022" cy="627697"/>
                  <a:chOff x="14094424" y="4752786"/>
                  <a:chExt cx="563022" cy="627697"/>
                </a:xfrm>
              </p:grpSpPr>
              <p:sp>
                <p:nvSpPr>
                  <p:cNvPr id="217" name="Google Shape;217;g311fd254064_0_541"/>
                  <p:cNvSpPr/>
                  <p:nvPr/>
                </p:nvSpPr>
                <p:spPr>
                  <a:xfrm>
                    <a:off x="14094424" y="4752786"/>
                    <a:ext cx="563022" cy="369379"/>
                  </a:xfrm>
                  <a:custGeom>
                    <a:rect b="b" l="l" r="r" t="t"/>
                    <a:pathLst>
                      <a:path extrusionOk="0" h="369379" w="563022">
                        <a:moveTo>
                          <a:pt x="563023" y="181737"/>
                        </a:moveTo>
                        <a:lnTo>
                          <a:pt x="493109" y="369380"/>
                        </a:lnTo>
                        <a:lnTo>
                          <a:pt x="303181" y="308991"/>
                        </a:lnTo>
                        <a:lnTo>
                          <a:pt x="0" y="209074"/>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18" name="Google Shape;218;g311fd254064_0_541"/>
                  <p:cNvSpPr/>
                  <p:nvPr/>
                </p:nvSpPr>
                <p:spPr>
                  <a:xfrm>
                    <a:off x="14094424" y="4934523"/>
                    <a:ext cx="563022" cy="445960"/>
                  </a:xfrm>
                  <a:custGeom>
                    <a:rect b="b" l="l" r="r" t="t"/>
                    <a:pathLst>
                      <a:path extrusionOk="0" h="445960" w="563022">
                        <a:moveTo>
                          <a:pt x="563023" y="0"/>
                        </a:moveTo>
                        <a:lnTo>
                          <a:pt x="518446" y="190881"/>
                        </a:lnTo>
                        <a:lnTo>
                          <a:pt x="0" y="445961"/>
                        </a:lnTo>
                        <a:lnTo>
                          <a:pt x="0" y="275654"/>
                        </a:lnTo>
                        <a:lnTo>
                          <a:pt x="303181" y="127254"/>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219" name="Google Shape;219;g311fd254064_0_541"/>
              <p:cNvGrpSpPr/>
              <p:nvPr/>
            </p:nvGrpSpPr>
            <p:grpSpPr>
              <a:xfrm>
                <a:off x="13531497" y="4752786"/>
                <a:ext cx="562927" cy="880491"/>
                <a:chOff x="13531497" y="4752786"/>
                <a:chExt cx="562927" cy="880491"/>
              </a:xfrm>
            </p:grpSpPr>
            <p:sp>
              <p:nvSpPr>
                <p:cNvPr id="220" name="Google Shape;220;g311fd254064_0_541"/>
                <p:cNvSpPr/>
                <p:nvPr/>
              </p:nvSpPr>
              <p:spPr>
                <a:xfrm>
                  <a:off x="13595124" y="5054919"/>
                  <a:ext cx="499300" cy="325564"/>
                </a:xfrm>
                <a:custGeom>
                  <a:rect b="b" l="l" r="r" t="t"/>
                  <a:pathLst>
                    <a:path extrusionOk="0" h="325564" w="499300">
                      <a:moveTo>
                        <a:pt x="0" y="162497"/>
                      </a:moveTo>
                      <a:lnTo>
                        <a:pt x="499300" y="0"/>
                      </a:lnTo>
                      <a:lnTo>
                        <a:pt x="499300" y="177832"/>
                      </a:lnTo>
                      <a:lnTo>
                        <a:pt x="45339" y="325565"/>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21" name="Google Shape;221;g311fd254064_0_541"/>
                <p:cNvSpPr/>
                <p:nvPr/>
              </p:nvSpPr>
              <p:spPr>
                <a:xfrm>
                  <a:off x="13595124" y="5217416"/>
                  <a:ext cx="499300" cy="415861"/>
                </a:xfrm>
                <a:custGeom>
                  <a:rect b="b" l="l" r="r" t="t"/>
                  <a:pathLst>
                    <a:path extrusionOk="0" h="415861" w="499300">
                      <a:moveTo>
                        <a:pt x="499300" y="245364"/>
                      </a:moveTo>
                      <a:lnTo>
                        <a:pt x="499300" y="415861"/>
                      </a:lnTo>
                      <a:lnTo>
                        <a:pt x="44958" y="192405"/>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222" name="Google Shape;222;g311fd254064_0_541"/>
                <p:cNvGrpSpPr/>
                <p:nvPr/>
              </p:nvGrpSpPr>
              <p:grpSpPr>
                <a:xfrm>
                  <a:off x="13531497" y="4752786"/>
                  <a:ext cx="562927" cy="627697"/>
                  <a:chOff x="13531497" y="4752786"/>
                  <a:chExt cx="562927" cy="627697"/>
                </a:xfrm>
              </p:grpSpPr>
              <p:sp>
                <p:nvSpPr>
                  <p:cNvPr id="223" name="Google Shape;223;g311fd254064_0_541"/>
                  <p:cNvSpPr/>
                  <p:nvPr/>
                </p:nvSpPr>
                <p:spPr>
                  <a:xfrm>
                    <a:off x="13531497" y="4752786"/>
                    <a:ext cx="562927" cy="369379"/>
                  </a:xfrm>
                  <a:custGeom>
                    <a:rect b="b" l="l" r="r" t="t"/>
                    <a:pathLst>
                      <a:path extrusionOk="0" h="369379" w="562927">
                        <a:moveTo>
                          <a:pt x="0" y="181737"/>
                        </a:moveTo>
                        <a:lnTo>
                          <a:pt x="69818" y="369380"/>
                        </a:lnTo>
                        <a:lnTo>
                          <a:pt x="259842" y="308991"/>
                        </a:lnTo>
                        <a:lnTo>
                          <a:pt x="562928" y="209074"/>
                        </a:lnTo>
                        <a:lnTo>
                          <a:pt x="562928" y="0"/>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24" name="Google Shape;224;g311fd254064_0_541"/>
                  <p:cNvSpPr/>
                  <p:nvPr/>
                </p:nvSpPr>
                <p:spPr>
                  <a:xfrm>
                    <a:off x="13531497" y="4934523"/>
                    <a:ext cx="562927" cy="445960"/>
                  </a:xfrm>
                  <a:custGeom>
                    <a:rect b="b" l="l" r="r" t="t"/>
                    <a:pathLst>
                      <a:path extrusionOk="0" h="445960" w="562927">
                        <a:moveTo>
                          <a:pt x="0" y="0"/>
                        </a:moveTo>
                        <a:lnTo>
                          <a:pt x="44482" y="190881"/>
                        </a:lnTo>
                        <a:lnTo>
                          <a:pt x="562928" y="445961"/>
                        </a:lnTo>
                        <a:lnTo>
                          <a:pt x="562928" y="275654"/>
                        </a:lnTo>
                        <a:lnTo>
                          <a:pt x="259842" y="127254"/>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grpSp>
    </p:spTree>
  </p:cSld>
  <p:clrMapOvr>
    <a:masterClrMapping/>
  </p:clrMapOvr>
  <p:extLst>
    <p:ext uri="{DCECCB84-F9BA-43D5-87BE-67443E8EF086}">
      <p15:sldGuideLst>
        <p15:guide id="1" orient="horz" pos="2592">
          <p15:clr>
            <a:srgbClr val="FBAE40"/>
          </p15:clr>
        </p15:guide>
        <p15:guide id="2" pos="4608">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25" name="Shape 225"/>
        <p:cNvGrpSpPr/>
        <p:nvPr/>
      </p:nvGrpSpPr>
      <p:grpSpPr>
        <a:xfrm>
          <a:off x="0" y="0"/>
          <a:ext cx="0" cy="0"/>
          <a:chOff x="0" y="0"/>
          <a:chExt cx="0" cy="0"/>
        </a:xfrm>
      </p:grpSpPr>
      <p:pic>
        <p:nvPicPr>
          <p:cNvPr id="226" name="Google Shape;226;g311fd254064_0_60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27" name="Google Shape;227;g311fd254064_0_609"/>
          <p:cNvSpPr/>
          <p:nvPr>
            <p:ph idx="2" type="pic"/>
          </p:nvPr>
        </p:nvSpPr>
        <p:spPr>
          <a:xfrm>
            <a:off x="922224" y="4187672"/>
            <a:ext cx="3667800" cy="3486300"/>
          </a:xfrm>
          <a:prstGeom prst="rect">
            <a:avLst/>
          </a:prstGeom>
          <a:solidFill>
            <a:srgbClr val="1C5AA5"/>
          </a:solidFill>
          <a:ln>
            <a:noFill/>
          </a:ln>
        </p:spPr>
      </p:sp>
      <p:sp>
        <p:nvSpPr>
          <p:cNvPr id="228" name="Google Shape;228;g311fd254064_0_609"/>
          <p:cNvSpPr/>
          <p:nvPr/>
        </p:nvSpPr>
        <p:spPr>
          <a:xfrm>
            <a:off x="922223" y="857161"/>
            <a:ext cx="3668395" cy="3337560"/>
          </a:xfrm>
          <a:custGeom>
            <a:rect b="b" l="l" r="r" t="t"/>
            <a:pathLst>
              <a:path extrusionOk="0" h="3337560" w="3668395">
                <a:moveTo>
                  <a:pt x="3667874" y="0"/>
                </a:moveTo>
                <a:lnTo>
                  <a:pt x="0" y="0"/>
                </a:lnTo>
                <a:lnTo>
                  <a:pt x="0" y="3337267"/>
                </a:lnTo>
                <a:lnTo>
                  <a:pt x="3667874" y="3337267"/>
                </a:lnTo>
                <a:lnTo>
                  <a:pt x="3667874" y="0"/>
                </a:lnTo>
                <a:close/>
              </a:path>
            </a:pathLst>
          </a:custGeom>
          <a:solidFill>
            <a:srgbClr val="518CC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29" name="Google Shape;229;g311fd254064_0_609"/>
          <p:cNvSpPr txBox="1"/>
          <p:nvPr>
            <p:ph idx="1" type="body"/>
          </p:nvPr>
        </p:nvSpPr>
        <p:spPr>
          <a:xfrm>
            <a:off x="5133976" y="1588532"/>
            <a:ext cx="5534100" cy="7386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1200">
                <a:solidFill>
                  <a:schemeClr val="lt1"/>
                </a:solidFill>
                <a:latin typeface="Lato"/>
                <a:ea typeface="Lato"/>
                <a:cs typeface="Lato"/>
                <a:sym typeface="Lato"/>
              </a:defRPr>
            </a:lvl1pPr>
            <a:lvl2pPr indent="-228600" lvl="1" marL="914400" algn="l">
              <a:lnSpc>
                <a:spcPct val="100000"/>
              </a:lnSpc>
              <a:spcBef>
                <a:spcPts val="0"/>
              </a:spcBef>
              <a:spcAft>
                <a:spcPts val="0"/>
              </a:spcAft>
              <a:buSzPts val="1400"/>
              <a:buNone/>
              <a:defRPr sz="1200">
                <a:solidFill>
                  <a:schemeClr val="lt1"/>
                </a:solidFill>
                <a:latin typeface="Lato"/>
                <a:ea typeface="Lato"/>
                <a:cs typeface="Lato"/>
                <a:sym typeface="Lato"/>
              </a:defRPr>
            </a:lvl2pPr>
            <a:lvl3pPr indent="-228600" lvl="2" marL="1371600" algn="l">
              <a:lnSpc>
                <a:spcPct val="100000"/>
              </a:lnSpc>
              <a:spcBef>
                <a:spcPts val="0"/>
              </a:spcBef>
              <a:spcAft>
                <a:spcPts val="0"/>
              </a:spcAft>
              <a:buSzPts val="1400"/>
              <a:buNone/>
              <a:defRPr sz="1200">
                <a:solidFill>
                  <a:schemeClr val="lt1"/>
                </a:solidFill>
                <a:latin typeface="Lato"/>
                <a:ea typeface="Lato"/>
                <a:cs typeface="Lato"/>
                <a:sym typeface="Lato"/>
              </a:defRPr>
            </a:lvl3pPr>
            <a:lvl4pPr indent="-228600" lvl="3" marL="1828800" algn="l">
              <a:lnSpc>
                <a:spcPct val="100000"/>
              </a:lnSpc>
              <a:spcBef>
                <a:spcPts val="0"/>
              </a:spcBef>
              <a:spcAft>
                <a:spcPts val="0"/>
              </a:spcAft>
              <a:buSzPts val="1400"/>
              <a:buNone/>
              <a:defRPr sz="1200">
                <a:solidFill>
                  <a:schemeClr val="lt1"/>
                </a:solidFill>
                <a:latin typeface="Lato"/>
                <a:ea typeface="Lato"/>
                <a:cs typeface="Lato"/>
                <a:sym typeface="Lato"/>
              </a:defRPr>
            </a:lvl4pPr>
            <a:lvl5pPr indent="-228600" lvl="4" marL="2286000" algn="l">
              <a:lnSpc>
                <a:spcPct val="100000"/>
              </a:lnSpc>
              <a:spcBef>
                <a:spcPts val="0"/>
              </a:spcBef>
              <a:spcAft>
                <a:spcPts val="0"/>
              </a:spcAft>
              <a:buSzPts val="1400"/>
              <a:buNone/>
              <a:defRPr sz="1200">
                <a:solidFill>
                  <a:schemeClr val="lt1"/>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0" name="Google Shape;230;g311fd254064_0_609"/>
          <p:cNvSpPr txBox="1"/>
          <p:nvPr>
            <p:ph idx="3" type="body"/>
          </p:nvPr>
        </p:nvSpPr>
        <p:spPr>
          <a:xfrm>
            <a:off x="1397153" y="2930068"/>
            <a:ext cx="2793900" cy="75090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i="0" sz="1600">
                <a:solidFill>
                  <a:schemeClr val="lt1"/>
                </a:solidFill>
                <a:latin typeface="Lato"/>
                <a:ea typeface="Lato"/>
                <a:cs typeface="Lato"/>
                <a:sym typeface="Lato"/>
              </a:defRPr>
            </a:lvl1pPr>
            <a:lvl2pPr indent="-228600" lvl="1" marL="914400" algn="l">
              <a:lnSpc>
                <a:spcPct val="100000"/>
              </a:lnSpc>
              <a:spcBef>
                <a:spcPts val="0"/>
              </a:spcBef>
              <a:spcAft>
                <a:spcPts val="0"/>
              </a:spcAft>
              <a:buSzPts val="1400"/>
              <a:buNone/>
              <a:defRPr sz="1600">
                <a:solidFill>
                  <a:schemeClr val="lt1"/>
                </a:solidFill>
                <a:latin typeface="Lato"/>
                <a:ea typeface="Lato"/>
                <a:cs typeface="Lato"/>
                <a:sym typeface="Lato"/>
              </a:defRPr>
            </a:lvl2pPr>
            <a:lvl3pPr indent="-228600" lvl="2" marL="1371600" algn="l">
              <a:lnSpc>
                <a:spcPct val="100000"/>
              </a:lnSpc>
              <a:spcBef>
                <a:spcPts val="0"/>
              </a:spcBef>
              <a:spcAft>
                <a:spcPts val="0"/>
              </a:spcAft>
              <a:buSzPts val="1400"/>
              <a:buNone/>
              <a:defRPr sz="1600">
                <a:solidFill>
                  <a:schemeClr val="lt1"/>
                </a:solidFill>
                <a:latin typeface="Lato"/>
                <a:ea typeface="Lato"/>
                <a:cs typeface="Lato"/>
                <a:sym typeface="Lato"/>
              </a:defRPr>
            </a:lvl3pPr>
            <a:lvl4pPr indent="-228600" lvl="3" marL="1828800" algn="l">
              <a:lnSpc>
                <a:spcPct val="100000"/>
              </a:lnSpc>
              <a:spcBef>
                <a:spcPts val="0"/>
              </a:spcBef>
              <a:spcAft>
                <a:spcPts val="0"/>
              </a:spcAft>
              <a:buSzPts val="1400"/>
              <a:buNone/>
              <a:defRPr sz="1600">
                <a:solidFill>
                  <a:schemeClr val="lt1"/>
                </a:solidFill>
                <a:latin typeface="Lato"/>
                <a:ea typeface="Lato"/>
                <a:cs typeface="Lato"/>
                <a:sym typeface="Lato"/>
              </a:defRPr>
            </a:lvl4pPr>
            <a:lvl5pPr indent="-228600" lvl="4" marL="2286000" algn="l">
              <a:lnSpc>
                <a:spcPct val="100000"/>
              </a:lnSpc>
              <a:spcBef>
                <a:spcPts val="0"/>
              </a:spcBef>
              <a:spcAft>
                <a:spcPts val="0"/>
              </a:spcAft>
              <a:buSzPts val="1400"/>
              <a:buNone/>
              <a:defRPr sz="1600">
                <a:solidFill>
                  <a:schemeClr val="lt1"/>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31" name="Google Shape;231;g311fd254064_0_609"/>
          <p:cNvSpPr txBox="1"/>
          <p:nvPr>
            <p:ph idx="4" type="body"/>
          </p:nvPr>
        </p:nvSpPr>
        <p:spPr>
          <a:xfrm>
            <a:off x="5133975" y="630238"/>
            <a:ext cx="4905900" cy="4470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2800">
                <a:solidFill>
                  <a:schemeClr val="lt1"/>
                </a:solidFill>
                <a:latin typeface="Lato"/>
                <a:ea typeface="Lato"/>
                <a:cs typeface="Lato"/>
                <a:sym typeface="Lato"/>
              </a:defRPr>
            </a:lvl1pPr>
            <a:lvl2pPr indent="-228600" lvl="1" marL="914400" algn="l">
              <a:lnSpc>
                <a:spcPct val="100000"/>
              </a:lnSpc>
              <a:spcBef>
                <a:spcPts val="0"/>
              </a:spcBef>
              <a:spcAft>
                <a:spcPts val="0"/>
              </a:spcAft>
              <a:buSzPts val="1400"/>
              <a:buNone/>
              <a:defRPr b="1" sz="2800">
                <a:solidFill>
                  <a:schemeClr val="lt1"/>
                </a:solidFill>
                <a:latin typeface="Lato"/>
                <a:ea typeface="Lato"/>
                <a:cs typeface="Lato"/>
                <a:sym typeface="Lato"/>
              </a:defRPr>
            </a:lvl2pPr>
            <a:lvl3pPr indent="-228600" lvl="2" marL="1371600" algn="l">
              <a:lnSpc>
                <a:spcPct val="100000"/>
              </a:lnSpc>
              <a:spcBef>
                <a:spcPts val="0"/>
              </a:spcBef>
              <a:spcAft>
                <a:spcPts val="0"/>
              </a:spcAft>
              <a:buSzPts val="1400"/>
              <a:buNone/>
              <a:defRPr b="1" sz="2800">
                <a:solidFill>
                  <a:schemeClr val="lt1"/>
                </a:solidFill>
                <a:latin typeface="Lato"/>
                <a:ea typeface="Lato"/>
                <a:cs typeface="Lato"/>
                <a:sym typeface="Lato"/>
              </a:defRPr>
            </a:lvl3pPr>
            <a:lvl4pPr indent="-228600" lvl="3" marL="1828800" algn="l">
              <a:lnSpc>
                <a:spcPct val="100000"/>
              </a:lnSpc>
              <a:spcBef>
                <a:spcPts val="0"/>
              </a:spcBef>
              <a:spcAft>
                <a:spcPts val="0"/>
              </a:spcAft>
              <a:buSzPts val="1400"/>
              <a:buNone/>
              <a:defRPr b="1" sz="2800">
                <a:solidFill>
                  <a:schemeClr val="lt1"/>
                </a:solidFill>
                <a:latin typeface="Lato"/>
                <a:ea typeface="Lato"/>
                <a:cs typeface="Lato"/>
                <a:sym typeface="Lato"/>
              </a:defRPr>
            </a:lvl4pPr>
            <a:lvl5pPr indent="-228600" lvl="4" marL="2286000" algn="l">
              <a:lnSpc>
                <a:spcPct val="100000"/>
              </a:lnSpc>
              <a:spcBef>
                <a:spcPts val="0"/>
              </a:spcBef>
              <a:spcAft>
                <a:spcPts val="0"/>
              </a:spcAft>
              <a:buSzPts val="1400"/>
              <a:buNone/>
              <a:defRPr b="1" sz="2800">
                <a:solidFill>
                  <a:schemeClr val="lt1"/>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232" name="Google Shape;232;g311fd254064_0_609"/>
          <p:cNvGrpSpPr/>
          <p:nvPr/>
        </p:nvGrpSpPr>
        <p:grpSpPr>
          <a:xfrm>
            <a:off x="12501050" y="6640204"/>
            <a:ext cx="1385166" cy="1132028"/>
            <a:chOff x="12825027" y="4752786"/>
            <a:chExt cx="2538794" cy="2074831"/>
          </a:xfrm>
        </p:grpSpPr>
        <p:grpSp>
          <p:nvGrpSpPr>
            <p:cNvPr id="233" name="Google Shape;233;g311fd254064_0_609"/>
            <p:cNvGrpSpPr/>
            <p:nvPr/>
          </p:nvGrpSpPr>
          <p:grpSpPr>
            <a:xfrm>
              <a:off x="12825027" y="6677598"/>
              <a:ext cx="2538794" cy="150019"/>
              <a:chOff x="12825027" y="6677598"/>
              <a:chExt cx="2538794" cy="150019"/>
            </a:xfrm>
          </p:grpSpPr>
          <p:sp>
            <p:nvSpPr>
              <p:cNvPr id="234" name="Google Shape;234;g311fd254064_0_609"/>
              <p:cNvSpPr/>
              <p:nvPr/>
            </p:nvSpPr>
            <p:spPr>
              <a:xfrm>
                <a:off x="14074707" y="6736653"/>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242"/>
                      <a:pt x="24671" y="32100"/>
                      <a:pt x="15812" y="3190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235" name="Google Shape;235;g311fd254064_0_609"/>
              <p:cNvGrpSpPr/>
              <p:nvPr/>
            </p:nvGrpSpPr>
            <p:grpSpPr>
              <a:xfrm>
                <a:off x="12825027" y="6677598"/>
                <a:ext cx="1184624" cy="150019"/>
                <a:chOff x="12825027" y="6677598"/>
                <a:chExt cx="1184624" cy="150019"/>
              </a:xfrm>
            </p:grpSpPr>
            <p:sp>
              <p:nvSpPr>
                <p:cNvPr id="236" name="Google Shape;236;g311fd254064_0_609"/>
                <p:cNvSpPr/>
                <p:nvPr/>
              </p:nvSpPr>
              <p:spPr>
                <a:xfrm>
                  <a:off x="12825027" y="6679980"/>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37" name="Google Shape;237;g311fd254064_0_609"/>
                <p:cNvSpPr/>
                <p:nvPr/>
              </p:nvSpPr>
              <p:spPr>
                <a:xfrm>
                  <a:off x="12930563" y="6721985"/>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38" name="Google Shape;238;g311fd254064_0_609"/>
                <p:cNvSpPr/>
                <p:nvPr/>
              </p:nvSpPr>
              <p:spPr>
                <a:xfrm>
                  <a:off x="12996382"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39" name="Google Shape;239;g311fd254064_0_609"/>
                <p:cNvSpPr/>
                <p:nvPr/>
              </p:nvSpPr>
              <p:spPr>
                <a:xfrm>
                  <a:off x="13041141"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0" name="Google Shape;240;g311fd254064_0_609"/>
                <p:cNvSpPr/>
                <p:nvPr/>
              </p:nvSpPr>
              <p:spPr>
                <a:xfrm>
                  <a:off x="13071153" y="6721795"/>
                  <a:ext cx="72580" cy="73533"/>
                </a:xfrm>
                <a:custGeom>
                  <a:rect b="b" l="l" r="r" t="t"/>
                  <a:pathLst>
                    <a:path extrusionOk="0" h="73533" w="72580">
                      <a:moveTo>
                        <a:pt x="36290" y="73533"/>
                      </a:moveTo>
                      <a:cubicBezTo>
                        <a:pt x="25622" y="73533"/>
                        <a:pt x="16955" y="70104"/>
                        <a:pt x="10192" y="63151"/>
                      </a:cubicBezTo>
                      <a:cubicBezTo>
                        <a:pt x="3429" y="56197"/>
                        <a:pt x="0" y="47434"/>
                        <a:pt x="0" y="36766"/>
                      </a:cubicBezTo>
                      <a:cubicBezTo>
                        <a:pt x="0" y="26194"/>
                        <a:pt x="3429" y="17526"/>
                        <a:pt x="10192" y="10477"/>
                      </a:cubicBezTo>
                      <a:cubicBezTo>
                        <a:pt x="16955" y="3524"/>
                        <a:pt x="25718" y="0"/>
                        <a:pt x="36290" y="0"/>
                      </a:cubicBezTo>
                      <a:cubicBezTo>
                        <a:pt x="46863" y="0"/>
                        <a:pt x="55531" y="3524"/>
                        <a:pt x="62389" y="10477"/>
                      </a:cubicBezTo>
                      <a:cubicBezTo>
                        <a:pt x="69247" y="17431"/>
                        <a:pt x="72581" y="26194"/>
                        <a:pt x="72581" y="36766"/>
                      </a:cubicBezTo>
                      <a:cubicBezTo>
                        <a:pt x="72581" y="47434"/>
                        <a:pt x="69152" y="56197"/>
                        <a:pt x="62389" y="63151"/>
                      </a:cubicBezTo>
                      <a:cubicBezTo>
                        <a:pt x="55531" y="70104"/>
                        <a:pt x="46863" y="73533"/>
                        <a:pt x="36290" y="73533"/>
                      </a:cubicBezTo>
                      <a:close/>
                      <a:moveTo>
                        <a:pt x="36290" y="66104"/>
                      </a:moveTo>
                      <a:cubicBezTo>
                        <a:pt x="43529" y="66199"/>
                        <a:pt x="49816" y="63532"/>
                        <a:pt x="54959" y="58007"/>
                      </a:cubicBezTo>
                      <a:cubicBezTo>
                        <a:pt x="60103" y="52578"/>
                        <a:pt x="62770" y="45434"/>
                        <a:pt x="62770" y="36862"/>
                      </a:cubicBezTo>
                      <a:cubicBezTo>
                        <a:pt x="62770" y="28289"/>
                        <a:pt x="60198" y="21336"/>
                        <a:pt x="54959" y="15907"/>
                      </a:cubicBezTo>
                      <a:cubicBezTo>
                        <a:pt x="49816" y="10477"/>
                        <a:pt x="43529" y="7715"/>
                        <a:pt x="36290" y="7620"/>
                      </a:cubicBezTo>
                      <a:cubicBezTo>
                        <a:pt x="28861" y="7620"/>
                        <a:pt x="22670" y="10382"/>
                        <a:pt x="17526" y="15811"/>
                      </a:cubicBezTo>
                      <a:cubicBezTo>
                        <a:pt x="12383" y="21241"/>
                        <a:pt x="9811" y="28289"/>
                        <a:pt x="9811" y="36862"/>
                      </a:cubicBezTo>
                      <a:cubicBezTo>
                        <a:pt x="9716" y="45529"/>
                        <a:pt x="12287" y="52578"/>
                        <a:pt x="17431" y="58007"/>
                      </a:cubicBezTo>
                      <a:cubicBezTo>
                        <a:pt x="22574" y="63341"/>
                        <a:pt x="28861" y="66104"/>
                        <a:pt x="36290"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1" name="Google Shape;241;g311fd254064_0_609"/>
                <p:cNvSpPr/>
                <p:nvPr/>
              </p:nvSpPr>
              <p:spPr>
                <a:xfrm>
                  <a:off x="13162213"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2" name="Google Shape;242;g311fd254064_0_609"/>
                <p:cNvSpPr/>
                <p:nvPr/>
              </p:nvSpPr>
              <p:spPr>
                <a:xfrm>
                  <a:off x="13235648" y="6721890"/>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3" name="Google Shape;243;g311fd254064_0_609"/>
                <p:cNvSpPr/>
                <p:nvPr/>
              </p:nvSpPr>
              <p:spPr>
                <a:xfrm>
                  <a:off x="13326233" y="6677598"/>
                  <a:ext cx="68008" cy="117729"/>
                </a:xfrm>
                <a:custGeom>
                  <a:rect b="b" l="l" r="r" t="t"/>
                  <a:pathLst>
                    <a:path extrusionOk="0" h="117729"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4"/>
                        <a:pt x="58674" y="107252"/>
                      </a:cubicBezTo>
                      <a:cubicBezTo>
                        <a:pt x="52388" y="114110"/>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300"/>
                      </a:moveTo>
                      <a:cubicBezTo>
                        <a:pt x="41338" y="110300"/>
                        <a:pt x="47149" y="107537"/>
                        <a:pt x="51625" y="102108"/>
                      </a:cubicBezTo>
                      <a:cubicBezTo>
                        <a:pt x="56007" y="96679"/>
                        <a:pt x="58198" y="89630"/>
                        <a:pt x="58198" y="81058"/>
                      </a:cubicBezTo>
                      <a:cubicBezTo>
                        <a:pt x="58102" y="72295"/>
                        <a:pt x="55721" y="65246"/>
                        <a:pt x="51149" y="59912"/>
                      </a:cubicBezTo>
                      <a:cubicBezTo>
                        <a:pt x="46577" y="54578"/>
                        <a:pt x="40386" y="51816"/>
                        <a:pt x="32671" y="51816"/>
                      </a:cubicBezTo>
                      <a:cubicBezTo>
                        <a:pt x="25622" y="51816"/>
                        <a:pt x="19812" y="54673"/>
                        <a:pt x="15335" y="60293"/>
                      </a:cubicBezTo>
                      <a:cubicBezTo>
                        <a:pt x="10858" y="66008"/>
                        <a:pt x="8668" y="72866"/>
                        <a:pt x="8668" y="81058"/>
                      </a:cubicBezTo>
                      <a:cubicBezTo>
                        <a:pt x="8668" y="90106"/>
                        <a:pt x="11144" y="97250"/>
                        <a:pt x="16097" y="102489"/>
                      </a:cubicBezTo>
                      <a:cubicBezTo>
                        <a:pt x="20955" y="107632"/>
                        <a:pt x="26860" y="110300"/>
                        <a:pt x="33909" y="11030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4" name="Google Shape;244;g311fd254064_0_609"/>
                <p:cNvSpPr/>
                <p:nvPr/>
              </p:nvSpPr>
              <p:spPr>
                <a:xfrm>
                  <a:off x="13412720" y="6677694"/>
                  <a:ext cx="9239" cy="114871"/>
                </a:xfrm>
                <a:custGeom>
                  <a:rect b="b" l="l" r="r" t="t"/>
                  <a:pathLst>
                    <a:path extrusionOk="0" h="114871" w="9239">
                      <a:moveTo>
                        <a:pt x="0" y="114871"/>
                      </a:moveTo>
                      <a:lnTo>
                        <a:pt x="0" y="0"/>
                      </a:lnTo>
                      <a:lnTo>
                        <a:pt x="9239" y="0"/>
                      </a:ln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5" name="Google Shape;245;g311fd254064_0_609"/>
                <p:cNvSpPr/>
                <p:nvPr/>
              </p:nvSpPr>
              <p:spPr>
                <a:xfrm>
                  <a:off x="13440343" y="6721795"/>
                  <a:ext cx="65055" cy="73533"/>
                </a:xfrm>
                <a:custGeom>
                  <a:rect b="b" l="l" r="r" t="t"/>
                  <a:pathLst>
                    <a:path extrusionOk="0" h="73533" w="65055">
                      <a:moveTo>
                        <a:pt x="58007" y="49339"/>
                      </a:moveTo>
                      <a:lnTo>
                        <a:pt x="65056" y="52959"/>
                      </a:lnTo>
                      <a:cubicBezTo>
                        <a:pt x="61627" y="59912"/>
                        <a:pt x="57341" y="65151"/>
                        <a:pt x="52102" y="68485"/>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4"/>
                        <a:pt x="34290" y="66104"/>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6" name="Google Shape;246;g311fd254064_0_609"/>
                <p:cNvSpPr/>
                <p:nvPr/>
              </p:nvSpPr>
              <p:spPr>
                <a:xfrm>
                  <a:off x="13561881" y="6683123"/>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7" name="Google Shape;247;g311fd254064_0_609"/>
                <p:cNvSpPr/>
                <p:nvPr/>
              </p:nvSpPr>
              <p:spPr>
                <a:xfrm>
                  <a:off x="13597219"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8" name="Google Shape;248;g311fd254064_0_609"/>
                <p:cNvSpPr/>
                <p:nvPr/>
              </p:nvSpPr>
              <p:spPr>
                <a:xfrm>
                  <a:off x="13668466"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49" name="Google Shape;249;g311fd254064_0_609"/>
                <p:cNvSpPr/>
                <p:nvPr/>
              </p:nvSpPr>
              <p:spPr>
                <a:xfrm>
                  <a:off x="13731322"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0" name="Google Shape;250;g311fd254064_0_609"/>
                <p:cNvSpPr/>
                <p:nvPr/>
              </p:nvSpPr>
              <p:spPr>
                <a:xfrm>
                  <a:off x="13761526" y="6721890"/>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1" name="Google Shape;251;g311fd254064_0_609"/>
                <p:cNvSpPr/>
                <p:nvPr/>
              </p:nvSpPr>
              <p:spPr>
                <a:xfrm>
                  <a:off x="13852108" y="6677694"/>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2" name="Google Shape;252;g311fd254064_0_609"/>
                <p:cNvSpPr/>
                <p:nvPr/>
              </p:nvSpPr>
              <p:spPr>
                <a:xfrm>
                  <a:off x="13921164"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3" name="Google Shape;253;g311fd254064_0_609"/>
                <p:cNvSpPr/>
                <p:nvPr/>
              </p:nvSpPr>
              <p:spPr>
                <a:xfrm>
                  <a:off x="13961741"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254" name="Google Shape;254;g311fd254064_0_609"/>
              <p:cNvGrpSpPr/>
              <p:nvPr/>
            </p:nvGrpSpPr>
            <p:grpSpPr>
              <a:xfrm>
                <a:off x="14161956" y="6681694"/>
                <a:ext cx="1201865" cy="112681"/>
                <a:chOff x="14161956" y="6681694"/>
                <a:chExt cx="1201865" cy="112681"/>
              </a:xfrm>
            </p:grpSpPr>
            <p:sp>
              <p:nvSpPr>
                <p:cNvPr id="255" name="Google Shape;255;g311fd254064_0_609"/>
                <p:cNvSpPr/>
                <p:nvPr/>
              </p:nvSpPr>
              <p:spPr>
                <a:xfrm>
                  <a:off x="14161956" y="6681694"/>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99"/>
                      </a:moveTo>
                      <a:lnTo>
                        <a:pt x="67151" y="68199"/>
                      </a:lnTo>
                      <a:lnTo>
                        <a:pt x="48196" y="23527"/>
                      </a:lnTo>
                      <a:lnTo>
                        <a:pt x="29242"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6" name="Google Shape;256;g311fd254064_0_609"/>
                <p:cNvSpPr/>
                <p:nvPr/>
              </p:nvSpPr>
              <p:spPr>
                <a:xfrm>
                  <a:off x="14267301"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7" name="Google Shape;257;g311fd254064_0_609"/>
                <p:cNvSpPr/>
                <p:nvPr/>
              </p:nvSpPr>
              <p:spPr>
                <a:xfrm>
                  <a:off x="14337405" y="6720937"/>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8" name="Google Shape;258;g311fd254064_0_609"/>
                <p:cNvSpPr/>
                <p:nvPr/>
              </p:nvSpPr>
              <p:spPr>
                <a:xfrm>
                  <a:off x="14411890" y="6723699"/>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59" name="Google Shape;259;g311fd254064_0_609"/>
                <p:cNvSpPr/>
                <p:nvPr/>
              </p:nvSpPr>
              <p:spPr>
                <a:xfrm>
                  <a:off x="14489998" y="6724842"/>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1"/>
                        <a:pt x="32861" y="476"/>
                      </a:cubicBezTo>
                      <a:cubicBezTo>
                        <a:pt x="34290" y="762"/>
                        <a:pt x="35623" y="1143"/>
                        <a:pt x="36957" y="1524"/>
                      </a:cubicBezTo>
                      <a:lnTo>
                        <a:pt x="34195" y="10287"/>
                      </a:lnTo>
                      <a:cubicBezTo>
                        <a:pt x="33147" y="9811"/>
                        <a:pt x="32099" y="9335"/>
                        <a:pt x="31052" y="9049"/>
                      </a:cubicBezTo>
                      <a:cubicBezTo>
                        <a:pt x="30004" y="8763"/>
                        <a:pt x="28861" y="8573"/>
                        <a:pt x="27622" y="8573"/>
                      </a:cubicBezTo>
                      <a:cubicBezTo>
                        <a:pt x="23146" y="8573"/>
                        <a:pt x="18955" y="11335"/>
                        <a:pt x="15145" y="16859"/>
                      </a:cubicBezTo>
                      <a:cubicBezTo>
                        <a:pt x="11335" y="22384"/>
                        <a:pt x="9430" y="28194"/>
                        <a:pt x="9430" y="34385"/>
                      </a:cubicBezTo>
                      <a:lnTo>
                        <a:pt x="9430" y="69437"/>
                      </a:lnTo>
                      <a:lnTo>
                        <a:pt x="0" y="69437"/>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0" name="Google Shape;260;g311fd254064_0_609"/>
                <p:cNvSpPr/>
                <p:nvPr/>
              </p:nvSpPr>
              <p:spPr>
                <a:xfrm>
                  <a:off x="14535811" y="6720842"/>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1" name="Google Shape;261;g311fd254064_0_609"/>
                <p:cNvSpPr/>
                <p:nvPr/>
              </p:nvSpPr>
              <p:spPr>
                <a:xfrm>
                  <a:off x="14617537" y="6700078"/>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2" name="Google Shape;262;g311fd254064_0_609"/>
                <p:cNvSpPr/>
                <p:nvPr/>
              </p:nvSpPr>
              <p:spPr>
                <a:xfrm>
                  <a:off x="14660305" y="6720747"/>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3" name="Google Shape;263;g311fd254064_0_609"/>
                <p:cNvSpPr/>
                <p:nvPr/>
              </p:nvSpPr>
              <p:spPr>
                <a:xfrm>
                  <a:off x="14781463" y="6684838"/>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5"/>
                        <a:pt x="80200" y="83820"/>
                        <a:pt x="69818" y="94107"/>
                      </a:cubicBezTo>
                      <a:cubicBezTo>
                        <a:pt x="59436" y="104394"/>
                        <a:pt x="45148" y="109538"/>
                        <a:pt x="26670" y="109538"/>
                      </a:cubicBezTo>
                      <a:lnTo>
                        <a:pt x="0" y="109538"/>
                      </a:lnTo>
                      <a:close/>
                      <a:moveTo>
                        <a:pt x="10478" y="100774"/>
                      </a:moveTo>
                      <a:lnTo>
                        <a:pt x="25717" y="100774"/>
                      </a:lnTo>
                      <a:cubicBezTo>
                        <a:pt x="40576" y="100870"/>
                        <a:pt x="52388" y="96964"/>
                        <a:pt x="61150" y="89059"/>
                      </a:cubicBezTo>
                      <a:cubicBezTo>
                        <a:pt x="69913" y="81153"/>
                        <a:pt x="74390" y="69723"/>
                        <a:pt x="74390" y="54864"/>
                      </a:cubicBezTo>
                      <a:cubicBezTo>
                        <a:pt x="74390" y="40957"/>
                        <a:pt x="69913" y="29908"/>
                        <a:pt x="61055" y="21526"/>
                      </a:cubicBezTo>
                      <a:cubicBezTo>
                        <a:pt x="52197" y="13145"/>
                        <a:pt x="40386" y="8954"/>
                        <a:pt x="25717" y="8954"/>
                      </a:cubicBezTo>
                      <a:lnTo>
                        <a:pt x="10478" y="8954"/>
                      </a:lnTo>
                      <a:lnTo>
                        <a:pt x="10478" y="10077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4" name="Google Shape;264;g311fd254064_0_609"/>
                <p:cNvSpPr/>
                <p:nvPr/>
              </p:nvSpPr>
              <p:spPr>
                <a:xfrm>
                  <a:off x="14882523" y="6720747"/>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5" name="Google Shape;265;g311fd254064_0_609"/>
                <p:cNvSpPr/>
                <p:nvPr/>
              </p:nvSpPr>
              <p:spPr>
                <a:xfrm>
                  <a:off x="14961674"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6" name="Google Shape;266;g311fd254064_0_609"/>
                <p:cNvSpPr/>
                <p:nvPr/>
              </p:nvSpPr>
              <p:spPr>
                <a:xfrm>
                  <a:off x="15033674" y="6696363"/>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7" name="Google Shape;267;g311fd254064_0_609"/>
                <p:cNvSpPr/>
                <p:nvPr/>
              </p:nvSpPr>
              <p:spPr>
                <a:xfrm>
                  <a:off x="15061402"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30"/>
                        <a:pt x="23622" y="7430"/>
                      </a:cubicBezTo>
                      <a:cubicBezTo>
                        <a:pt x="20098" y="7430"/>
                        <a:pt x="17336" y="8477"/>
                        <a:pt x="15240" y="10478"/>
                      </a:cubicBezTo>
                      <a:cubicBezTo>
                        <a:pt x="13145"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8" name="Google Shape;268;g311fd254064_0_609"/>
                <p:cNvSpPr/>
                <p:nvPr/>
              </p:nvSpPr>
              <p:spPr>
                <a:xfrm>
                  <a:off x="15124235" y="6696363"/>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69" name="Google Shape;269;g311fd254064_0_609"/>
                <p:cNvSpPr/>
                <p:nvPr/>
              </p:nvSpPr>
              <p:spPr>
                <a:xfrm>
                  <a:off x="15154176" y="6720747"/>
                  <a:ext cx="72389" cy="73533"/>
                </a:xfrm>
                <a:custGeom>
                  <a:rect b="b" l="l" r="r" t="t"/>
                  <a:pathLst>
                    <a:path extrusionOk="0" h="73533" w="72389">
                      <a:moveTo>
                        <a:pt x="36195" y="73533"/>
                      </a:moveTo>
                      <a:cubicBezTo>
                        <a:pt x="25527" y="73533"/>
                        <a:pt x="16859" y="70104"/>
                        <a:pt x="10096" y="63151"/>
                      </a:cubicBezTo>
                      <a:cubicBezTo>
                        <a:pt x="3334" y="56197"/>
                        <a:pt x="0" y="47435"/>
                        <a:pt x="0" y="36767"/>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7"/>
                      </a:cubicBezTo>
                      <a:cubicBezTo>
                        <a:pt x="72390" y="47435"/>
                        <a:pt x="68961" y="56197"/>
                        <a:pt x="62198" y="63151"/>
                      </a:cubicBezTo>
                      <a:cubicBezTo>
                        <a:pt x="55435" y="70104"/>
                        <a:pt x="46768" y="73533"/>
                        <a:pt x="36195" y="73533"/>
                      </a:cubicBezTo>
                      <a:close/>
                      <a:moveTo>
                        <a:pt x="36195" y="66104"/>
                      </a:moveTo>
                      <a:cubicBezTo>
                        <a:pt x="43434" y="66199"/>
                        <a:pt x="49721" y="63532"/>
                        <a:pt x="54864" y="58007"/>
                      </a:cubicBezTo>
                      <a:cubicBezTo>
                        <a:pt x="60007" y="52578"/>
                        <a:pt x="62579" y="45434"/>
                        <a:pt x="62579" y="36862"/>
                      </a:cubicBezTo>
                      <a:cubicBezTo>
                        <a:pt x="62579" y="28289"/>
                        <a:pt x="60007" y="21336"/>
                        <a:pt x="54864" y="15907"/>
                      </a:cubicBezTo>
                      <a:cubicBezTo>
                        <a:pt x="49721" y="10478"/>
                        <a:pt x="43434" y="7715"/>
                        <a:pt x="36195" y="7620"/>
                      </a:cubicBezTo>
                      <a:cubicBezTo>
                        <a:pt x="28861" y="7620"/>
                        <a:pt x="22574" y="10382"/>
                        <a:pt x="17431" y="15812"/>
                      </a:cubicBezTo>
                      <a:cubicBezTo>
                        <a:pt x="12287" y="21241"/>
                        <a:pt x="9715" y="28289"/>
                        <a:pt x="9715" y="36862"/>
                      </a:cubicBezTo>
                      <a:cubicBezTo>
                        <a:pt x="9620" y="45529"/>
                        <a:pt x="12192" y="52578"/>
                        <a:pt x="17335" y="58007"/>
                      </a:cubicBezTo>
                      <a:cubicBezTo>
                        <a:pt x="22574" y="63341"/>
                        <a:pt x="28861" y="66104"/>
                        <a:pt x="36195"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0" name="Google Shape;270;g311fd254064_0_609"/>
                <p:cNvSpPr/>
                <p:nvPr/>
              </p:nvSpPr>
              <p:spPr>
                <a:xfrm>
                  <a:off x="15245044" y="6723604"/>
                  <a:ext cx="54768" cy="70675"/>
                </a:xfrm>
                <a:custGeom>
                  <a:rect b="b" l="l" r="r" t="t"/>
                  <a:pathLst>
                    <a:path extrusionOk="0" h="70675" w="54768">
                      <a:moveTo>
                        <a:pt x="0" y="70675"/>
                      </a:moveTo>
                      <a:lnTo>
                        <a:pt x="0" y="2857"/>
                      </a:lnTo>
                      <a:lnTo>
                        <a:pt x="9239" y="2857"/>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8"/>
                        <a:pt x="54769" y="27241"/>
                      </a:cubicBezTo>
                      <a:lnTo>
                        <a:pt x="54769" y="70675"/>
                      </a:lnTo>
                      <a:lnTo>
                        <a:pt x="45529" y="70675"/>
                      </a:lnTo>
                      <a:lnTo>
                        <a:pt x="45529" y="28480"/>
                      </a:lnTo>
                      <a:cubicBezTo>
                        <a:pt x="45529" y="21145"/>
                        <a:pt x="44291" y="15907"/>
                        <a:pt x="41815" y="12573"/>
                      </a:cubicBezTo>
                      <a:cubicBezTo>
                        <a:pt x="39338" y="9239"/>
                        <a:pt x="35528" y="7525"/>
                        <a:pt x="30575" y="7525"/>
                      </a:cubicBezTo>
                      <a:cubicBezTo>
                        <a:pt x="24289" y="7525"/>
                        <a:pt x="19241" y="10192"/>
                        <a:pt x="15240" y="15526"/>
                      </a:cubicBezTo>
                      <a:cubicBezTo>
                        <a:pt x="11240" y="20859"/>
                        <a:pt x="9239" y="27432"/>
                        <a:pt x="9239" y="35338"/>
                      </a:cubicBezTo>
                      <a:lnTo>
                        <a:pt x="9239" y="70675"/>
                      </a:lnTo>
                      <a:lnTo>
                        <a:pt x="0" y="7067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1" name="Google Shape;271;g311fd254064_0_609"/>
                <p:cNvSpPr/>
                <p:nvPr/>
              </p:nvSpPr>
              <p:spPr>
                <a:xfrm>
                  <a:off x="15316101"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30"/>
                        <a:pt x="23622" y="7430"/>
                      </a:cubicBezTo>
                      <a:cubicBezTo>
                        <a:pt x="20098" y="7430"/>
                        <a:pt x="17335" y="8477"/>
                        <a:pt x="15240" y="10478"/>
                      </a:cubicBezTo>
                      <a:cubicBezTo>
                        <a:pt x="13144"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272" name="Google Shape;272;g311fd254064_0_609"/>
            <p:cNvGrpSpPr/>
            <p:nvPr/>
          </p:nvGrpSpPr>
          <p:grpSpPr>
            <a:xfrm>
              <a:off x="12826647" y="5913694"/>
              <a:ext cx="2535555" cy="587025"/>
              <a:chOff x="12826647" y="5913694"/>
              <a:chExt cx="2535555" cy="587025"/>
            </a:xfrm>
          </p:grpSpPr>
          <p:sp>
            <p:nvSpPr>
              <p:cNvPr id="273" name="Google Shape;273;g311fd254064_0_609"/>
              <p:cNvSpPr/>
              <p:nvPr/>
            </p:nvSpPr>
            <p:spPr>
              <a:xfrm>
                <a:off x="12826647" y="5915408"/>
                <a:ext cx="149637" cy="585216"/>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4" name="Google Shape;274;g311fd254064_0_609"/>
              <p:cNvSpPr/>
              <p:nvPr/>
            </p:nvSpPr>
            <p:spPr>
              <a:xfrm>
                <a:off x="13052675" y="5913694"/>
                <a:ext cx="202501" cy="587025"/>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924"/>
                      <a:pt x="27908" y="140779"/>
                    </a:cubicBezTo>
                    <a:cubicBezTo>
                      <a:pt x="45053" y="128207"/>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5" name="Google Shape;275;g311fd254064_0_609"/>
              <p:cNvSpPr/>
              <p:nvPr/>
            </p:nvSpPr>
            <p:spPr>
              <a:xfrm>
                <a:off x="13323280"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8"/>
                      <a:pt x="118777" y="514826"/>
                    </a:cubicBezTo>
                    <a:cubicBezTo>
                      <a:pt x="131540" y="525304"/>
                      <a:pt x="153829" y="534829"/>
                      <a:pt x="185833" y="543306"/>
                    </a:cubicBezTo>
                    <a:lnTo>
                      <a:pt x="156115" y="585406"/>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6" name="Google Shape;276;g311fd254064_0_609"/>
              <p:cNvSpPr/>
              <p:nvPr/>
            </p:nvSpPr>
            <p:spPr>
              <a:xfrm>
                <a:off x="13584360" y="5915218"/>
                <a:ext cx="175545" cy="58540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2"/>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6"/>
                    </a:lnTo>
                    <a:cubicBezTo>
                      <a:pt x="71533" y="571405"/>
                      <a:pt x="36195" y="546544"/>
                      <a:pt x="18574" y="511016"/>
                    </a:cubicBezTo>
                    <a:cubicBezTo>
                      <a:pt x="6191" y="486061"/>
                      <a:pt x="0" y="445675"/>
                      <a:pt x="0" y="389954"/>
                    </a:cubicBezTo>
                    <a:lnTo>
                      <a:pt x="0" y="64484"/>
                    </a:lnTo>
                    <a:cubicBezTo>
                      <a:pt x="0" y="46863"/>
                      <a:pt x="9334" y="31528"/>
                      <a:pt x="27908" y="18669"/>
                    </a:cubicBezTo>
                    <a:cubicBezTo>
                      <a:pt x="45053" y="6191"/>
                      <a:pt x="64294" y="0"/>
                      <a:pt x="85534" y="0"/>
                    </a:cubicBezTo>
                    <a:close/>
                    <a:moveTo>
                      <a:pt x="88011" y="50101"/>
                    </a:moveTo>
                    <a:cubicBezTo>
                      <a:pt x="65818" y="50101"/>
                      <a:pt x="54769" y="59817"/>
                      <a:pt x="54769" y="79153"/>
                    </a:cubicBezTo>
                    <a:lnTo>
                      <a:pt x="54769" y="382714"/>
                    </a:lnTo>
                    <a:cubicBezTo>
                      <a:pt x="54769" y="402050"/>
                      <a:pt x="65818" y="411766"/>
                      <a:pt x="88011" y="411766"/>
                    </a:cubicBezTo>
                    <a:cubicBezTo>
                      <a:pt x="109823" y="411766"/>
                      <a:pt x="120777" y="402050"/>
                      <a:pt x="120777" y="382714"/>
                    </a:cubicBezTo>
                    <a:lnTo>
                      <a:pt x="120777" y="79153"/>
                    </a:lnTo>
                    <a:cubicBezTo>
                      <a:pt x="120777" y="59722"/>
                      <a:pt x="109823" y="50101"/>
                      <a:pt x="88011" y="50101"/>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7" name="Google Shape;277;g311fd254064_0_609"/>
              <p:cNvSpPr/>
              <p:nvPr/>
            </p:nvSpPr>
            <p:spPr>
              <a:xfrm>
                <a:off x="13848489" y="5915218"/>
                <a:ext cx="175545" cy="585406"/>
              </a:xfrm>
              <a:custGeom>
                <a:rect b="b" l="l" r="r" t="t"/>
                <a:pathLst>
                  <a:path extrusionOk="0" h="585406" w="175545">
                    <a:moveTo>
                      <a:pt x="85535" y="0"/>
                    </a:moveTo>
                    <a:cubicBezTo>
                      <a:pt x="108395" y="0"/>
                      <a:pt x="128588" y="5810"/>
                      <a:pt x="146209" y="17335"/>
                    </a:cubicBezTo>
                    <a:cubicBezTo>
                      <a:pt x="165735" y="29718"/>
                      <a:pt x="175546" y="45529"/>
                      <a:pt x="175546" y="64675"/>
                    </a:cubicBezTo>
                    <a:lnTo>
                      <a:pt x="175546" y="585406"/>
                    </a:lnTo>
                    <a:lnTo>
                      <a:pt x="120777" y="585406"/>
                    </a:lnTo>
                    <a:lnTo>
                      <a:pt x="120777" y="79058"/>
                    </a:lnTo>
                    <a:cubicBezTo>
                      <a:pt x="120777" y="59626"/>
                      <a:pt x="109823" y="49911"/>
                      <a:pt x="88011" y="49911"/>
                    </a:cubicBezTo>
                    <a:cubicBezTo>
                      <a:pt x="65818" y="49911"/>
                      <a:pt x="54769" y="59626"/>
                      <a:pt x="54769" y="79058"/>
                    </a:cubicBezTo>
                    <a:lnTo>
                      <a:pt x="54769" y="585406"/>
                    </a:lnTo>
                    <a:lnTo>
                      <a:pt x="0" y="585406"/>
                    </a:lnTo>
                    <a:lnTo>
                      <a:pt x="0" y="64675"/>
                    </a:lnTo>
                    <a:cubicBezTo>
                      <a:pt x="0" y="46958"/>
                      <a:pt x="9335" y="31623"/>
                      <a:pt x="27908" y="18669"/>
                    </a:cubicBezTo>
                    <a:cubicBezTo>
                      <a:pt x="45053" y="6191"/>
                      <a:pt x="64294" y="0"/>
                      <a:pt x="85535" y="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8" name="Google Shape;278;g311fd254064_0_609"/>
              <p:cNvSpPr/>
              <p:nvPr/>
            </p:nvSpPr>
            <p:spPr>
              <a:xfrm>
                <a:off x="14116141"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8"/>
                      <a:pt x="118777" y="514826"/>
                    </a:cubicBezTo>
                    <a:cubicBezTo>
                      <a:pt x="131445" y="525304"/>
                      <a:pt x="153829" y="534829"/>
                      <a:pt x="185833" y="543306"/>
                    </a:cubicBezTo>
                    <a:lnTo>
                      <a:pt x="156115" y="585406"/>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79" name="Google Shape;279;g311fd254064_0_609"/>
              <p:cNvSpPr/>
              <p:nvPr/>
            </p:nvSpPr>
            <p:spPr>
              <a:xfrm>
                <a:off x="14377126" y="5915313"/>
                <a:ext cx="177450" cy="585311"/>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80" name="Google Shape;280;g311fd254064_0_609"/>
              <p:cNvSpPr/>
              <p:nvPr/>
            </p:nvSpPr>
            <p:spPr>
              <a:xfrm>
                <a:off x="14647446" y="5915312"/>
                <a:ext cx="60388" cy="585311"/>
              </a:xfrm>
              <a:custGeom>
                <a:rect b="b" l="l" r="r" t="t"/>
                <a:pathLst>
                  <a:path extrusionOk="0" h="585311" w="60388">
                    <a:moveTo>
                      <a:pt x="3143" y="585312"/>
                    </a:moveTo>
                    <a:lnTo>
                      <a:pt x="3143" y="115253"/>
                    </a:lnTo>
                    <a:lnTo>
                      <a:pt x="57912" y="115253"/>
                    </a:lnTo>
                    <a:lnTo>
                      <a:pt x="57912" y="585312"/>
                    </a:lnTo>
                    <a:lnTo>
                      <a:pt x="3143" y="585312"/>
                    </a:lnTo>
                    <a:close/>
                    <a:moveTo>
                      <a:pt x="0" y="30195"/>
                    </a:moveTo>
                    <a:cubicBezTo>
                      <a:pt x="0" y="46863"/>
                      <a:pt x="13526" y="60389"/>
                      <a:pt x="30194" y="60389"/>
                    </a:cubicBezTo>
                    <a:cubicBezTo>
                      <a:pt x="46863" y="60389"/>
                      <a:pt x="60388" y="46863"/>
                      <a:pt x="60388" y="30195"/>
                    </a:cubicBezTo>
                    <a:cubicBezTo>
                      <a:pt x="60388" y="13526"/>
                      <a:pt x="46863" y="0"/>
                      <a:pt x="30194" y="0"/>
                    </a:cubicBezTo>
                    <a:cubicBezTo>
                      <a:pt x="13621" y="-95"/>
                      <a:pt x="0" y="13526"/>
                      <a:pt x="0" y="30195"/>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81" name="Google Shape;281;g311fd254064_0_609"/>
              <p:cNvSpPr/>
              <p:nvPr/>
            </p:nvSpPr>
            <p:spPr>
              <a:xfrm>
                <a:off x="14797846" y="5915218"/>
                <a:ext cx="175545" cy="585216"/>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0"/>
                      <a:pt x="90392" y="457390"/>
                    </a:cubicBezTo>
                    <a:lnTo>
                      <a:pt x="85534" y="457390"/>
                    </a:lnTo>
                    <a:cubicBezTo>
                      <a:pt x="75724" y="457390"/>
                      <a:pt x="66104" y="455867"/>
                      <a:pt x="56674" y="452818"/>
                    </a:cubicBezTo>
                    <a:cubicBezTo>
                      <a:pt x="59912" y="479393"/>
                      <a:pt x="69723" y="499681"/>
                      <a:pt x="86011" y="513588"/>
                    </a:cubicBezTo>
                    <a:cubicBezTo>
                      <a:pt x="100013" y="525304"/>
                      <a:pt x="122872" y="535496"/>
                      <a:pt x="154496" y="544163"/>
                    </a:cubicBezTo>
                    <a:lnTo>
                      <a:pt x="124682" y="585216"/>
                    </a:lnTo>
                    <a:cubicBezTo>
                      <a:pt x="71533" y="571214"/>
                      <a:pt x="36195" y="546544"/>
                      <a:pt x="18574" y="511016"/>
                    </a:cubicBezTo>
                    <a:cubicBezTo>
                      <a:pt x="6191" y="486156"/>
                      <a:pt x="0" y="445865"/>
                      <a:pt x="0" y="390239"/>
                    </a:cubicBezTo>
                    <a:lnTo>
                      <a:pt x="0" y="64008"/>
                    </a:lnTo>
                    <a:cubicBezTo>
                      <a:pt x="0" y="46387"/>
                      <a:pt x="9334" y="31147"/>
                      <a:pt x="27908" y="18288"/>
                    </a:cubicBezTo>
                    <a:cubicBezTo>
                      <a:pt x="45148" y="6191"/>
                      <a:pt x="64389" y="0"/>
                      <a:pt x="85534" y="0"/>
                    </a:cubicBezTo>
                    <a:close/>
                    <a:moveTo>
                      <a:pt x="88011" y="49911"/>
                    </a:moveTo>
                    <a:cubicBezTo>
                      <a:pt x="65818" y="49911"/>
                      <a:pt x="54769" y="59531"/>
                      <a:pt x="54769" y="78867"/>
                    </a:cubicBezTo>
                    <a:lnTo>
                      <a:pt x="54769" y="383286"/>
                    </a:lnTo>
                    <a:cubicBezTo>
                      <a:pt x="54769" y="402526"/>
                      <a:pt x="65818" y="412242"/>
                      <a:pt x="88011" y="412242"/>
                    </a:cubicBezTo>
                    <a:cubicBezTo>
                      <a:pt x="109823" y="412242"/>
                      <a:pt x="120777" y="402622"/>
                      <a:pt x="120777" y="383286"/>
                    </a:cubicBezTo>
                    <a:lnTo>
                      <a:pt x="120777" y="78867"/>
                    </a:lnTo>
                    <a:cubicBezTo>
                      <a:pt x="120777" y="59626"/>
                      <a:pt x="109823" y="49911"/>
                      <a:pt x="88011" y="49911"/>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82" name="Google Shape;282;g311fd254064_0_609"/>
              <p:cNvSpPr/>
              <p:nvPr/>
            </p:nvSpPr>
            <p:spPr>
              <a:xfrm>
                <a:off x="15061974" y="5915313"/>
                <a:ext cx="300228" cy="585311"/>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4"/>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283" name="Google Shape;283;g311fd254064_0_609"/>
            <p:cNvGrpSpPr/>
            <p:nvPr/>
          </p:nvGrpSpPr>
          <p:grpSpPr>
            <a:xfrm>
              <a:off x="13531497" y="4752786"/>
              <a:ext cx="1125949" cy="880491"/>
              <a:chOff x="13531497" y="4752786"/>
              <a:chExt cx="1125949" cy="880491"/>
            </a:xfrm>
          </p:grpSpPr>
          <p:grpSp>
            <p:nvGrpSpPr>
              <p:cNvPr id="284" name="Google Shape;284;g311fd254064_0_609"/>
              <p:cNvGrpSpPr/>
              <p:nvPr/>
            </p:nvGrpSpPr>
            <p:grpSpPr>
              <a:xfrm>
                <a:off x="14094424" y="4752786"/>
                <a:ext cx="563022" cy="880491"/>
                <a:chOff x="14094424" y="4752786"/>
                <a:chExt cx="563022" cy="880491"/>
              </a:xfrm>
            </p:grpSpPr>
            <p:sp>
              <p:nvSpPr>
                <p:cNvPr id="285" name="Google Shape;285;g311fd254064_0_609"/>
                <p:cNvSpPr/>
                <p:nvPr/>
              </p:nvSpPr>
              <p:spPr>
                <a:xfrm>
                  <a:off x="14094424" y="5054919"/>
                  <a:ext cx="499300" cy="325564"/>
                </a:xfrm>
                <a:custGeom>
                  <a:rect b="b" l="l" r="r" t="t"/>
                  <a:pathLst>
                    <a:path extrusionOk="0" h="325564" w="499300">
                      <a:moveTo>
                        <a:pt x="499301" y="162497"/>
                      </a:moveTo>
                      <a:lnTo>
                        <a:pt x="0" y="0"/>
                      </a:lnTo>
                      <a:lnTo>
                        <a:pt x="0" y="177832"/>
                      </a:lnTo>
                      <a:lnTo>
                        <a:pt x="453962" y="325565"/>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86" name="Google Shape;286;g311fd254064_0_609"/>
                <p:cNvSpPr/>
                <p:nvPr/>
              </p:nvSpPr>
              <p:spPr>
                <a:xfrm>
                  <a:off x="14094424" y="5217416"/>
                  <a:ext cx="499300" cy="415861"/>
                </a:xfrm>
                <a:custGeom>
                  <a:rect b="b" l="l" r="r" t="t"/>
                  <a:pathLst>
                    <a:path extrusionOk="0" h="415861" w="499300">
                      <a:moveTo>
                        <a:pt x="0" y="245364"/>
                      </a:moveTo>
                      <a:lnTo>
                        <a:pt x="95" y="415861"/>
                      </a:lnTo>
                      <a:lnTo>
                        <a:pt x="454438" y="192405"/>
                      </a:lnTo>
                      <a:lnTo>
                        <a:pt x="499301" y="0"/>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287" name="Google Shape;287;g311fd254064_0_609"/>
                <p:cNvGrpSpPr/>
                <p:nvPr/>
              </p:nvGrpSpPr>
              <p:grpSpPr>
                <a:xfrm>
                  <a:off x="14094424" y="4752786"/>
                  <a:ext cx="563022" cy="627697"/>
                  <a:chOff x="14094424" y="4752786"/>
                  <a:chExt cx="563022" cy="627697"/>
                </a:xfrm>
              </p:grpSpPr>
              <p:sp>
                <p:nvSpPr>
                  <p:cNvPr id="288" name="Google Shape;288;g311fd254064_0_609"/>
                  <p:cNvSpPr/>
                  <p:nvPr/>
                </p:nvSpPr>
                <p:spPr>
                  <a:xfrm>
                    <a:off x="14094424" y="4752786"/>
                    <a:ext cx="563022" cy="369379"/>
                  </a:xfrm>
                  <a:custGeom>
                    <a:rect b="b" l="l" r="r" t="t"/>
                    <a:pathLst>
                      <a:path extrusionOk="0" h="369379" w="563022">
                        <a:moveTo>
                          <a:pt x="563023" y="181737"/>
                        </a:moveTo>
                        <a:lnTo>
                          <a:pt x="493109" y="369380"/>
                        </a:lnTo>
                        <a:lnTo>
                          <a:pt x="303181" y="308991"/>
                        </a:lnTo>
                        <a:lnTo>
                          <a:pt x="0" y="209074"/>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89" name="Google Shape;289;g311fd254064_0_609"/>
                  <p:cNvSpPr/>
                  <p:nvPr/>
                </p:nvSpPr>
                <p:spPr>
                  <a:xfrm>
                    <a:off x="14094424" y="4934523"/>
                    <a:ext cx="563022" cy="445960"/>
                  </a:xfrm>
                  <a:custGeom>
                    <a:rect b="b" l="l" r="r" t="t"/>
                    <a:pathLst>
                      <a:path extrusionOk="0" h="445960" w="563022">
                        <a:moveTo>
                          <a:pt x="563023" y="0"/>
                        </a:moveTo>
                        <a:lnTo>
                          <a:pt x="518446" y="190881"/>
                        </a:lnTo>
                        <a:lnTo>
                          <a:pt x="0" y="445961"/>
                        </a:lnTo>
                        <a:lnTo>
                          <a:pt x="0" y="275654"/>
                        </a:lnTo>
                        <a:lnTo>
                          <a:pt x="303181" y="127254"/>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290" name="Google Shape;290;g311fd254064_0_609"/>
              <p:cNvGrpSpPr/>
              <p:nvPr/>
            </p:nvGrpSpPr>
            <p:grpSpPr>
              <a:xfrm>
                <a:off x="13531497" y="4752786"/>
                <a:ext cx="562927" cy="880491"/>
                <a:chOff x="13531497" y="4752786"/>
                <a:chExt cx="562927" cy="880491"/>
              </a:xfrm>
            </p:grpSpPr>
            <p:sp>
              <p:nvSpPr>
                <p:cNvPr id="291" name="Google Shape;291;g311fd254064_0_609"/>
                <p:cNvSpPr/>
                <p:nvPr/>
              </p:nvSpPr>
              <p:spPr>
                <a:xfrm>
                  <a:off x="13595124" y="5054919"/>
                  <a:ext cx="499300" cy="325564"/>
                </a:xfrm>
                <a:custGeom>
                  <a:rect b="b" l="l" r="r" t="t"/>
                  <a:pathLst>
                    <a:path extrusionOk="0" h="325564" w="499300">
                      <a:moveTo>
                        <a:pt x="0" y="162497"/>
                      </a:moveTo>
                      <a:lnTo>
                        <a:pt x="499300" y="0"/>
                      </a:lnTo>
                      <a:lnTo>
                        <a:pt x="499300" y="177832"/>
                      </a:lnTo>
                      <a:lnTo>
                        <a:pt x="45339" y="325565"/>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92" name="Google Shape;292;g311fd254064_0_609"/>
                <p:cNvSpPr/>
                <p:nvPr/>
              </p:nvSpPr>
              <p:spPr>
                <a:xfrm>
                  <a:off x="13595124" y="5217416"/>
                  <a:ext cx="499300" cy="415861"/>
                </a:xfrm>
                <a:custGeom>
                  <a:rect b="b" l="l" r="r" t="t"/>
                  <a:pathLst>
                    <a:path extrusionOk="0" h="415861" w="499300">
                      <a:moveTo>
                        <a:pt x="499300" y="245364"/>
                      </a:moveTo>
                      <a:lnTo>
                        <a:pt x="499300" y="415861"/>
                      </a:lnTo>
                      <a:lnTo>
                        <a:pt x="44958" y="192405"/>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293" name="Google Shape;293;g311fd254064_0_609"/>
                <p:cNvGrpSpPr/>
                <p:nvPr/>
              </p:nvGrpSpPr>
              <p:grpSpPr>
                <a:xfrm>
                  <a:off x="13531497" y="4752786"/>
                  <a:ext cx="562927" cy="627697"/>
                  <a:chOff x="13531497" y="4752786"/>
                  <a:chExt cx="562927" cy="627697"/>
                </a:xfrm>
              </p:grpSpPr>
              <p:sp>
                <p:nvSpPr>
                  <p:cNvPr id="294" name="Google Shape;294;g311fd254064_0_609"/>
                  <p:cNvSpPr/>
                  <p:nvPr/>
                </p:nvSpPr>
                <p:spPr>
                  <a:xfrm>
                    <a:off x="13531497" y="4752786"/>
                    <a:ext cx="562927" cy="369379"/>
                  </a:xfrm>
                  <a:custGeom>
                    <a:rect b="b" l="l" r="r" t="t"/>
                    <a:pathLst>
                      <a:path extrusionOk="0" h="369379" w="562927">
                        <a:moveTo>
                          <a:pt x="0" y="181737"/>
                        </a:moveTo>
                        <a:lnTo>
                          <a:pt x="69818" y="369380"/>
                        </a:lnTo>
                        <a:lnTo>
                          <a:pt x="259842" y="308991"/>
                        </a:lnTo>
                        <a:lnTo>
                          <a:pt x="562928" y="209074"/>
                        </a:lnTo>
                        <a:lnTo>
                          <a:pt x="562928" y="0"/>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295" name="Google Shape;295;g311fd254064_0_609"/>
                  <p:cNvSpPr/>
                  <p:nvPr/>
                </p:nvSpPr>
                <p:spPr>
                  <a:xfrm>
                    <a:off x="13531497" y="4934523"/>
                    <a:ext cx="562927" cy="445960"/>
                  </a:xfrm>
                  <a:custGeom>
                    <a:rect b="b" l="l" r="r" t="t"/>
                    <a:pathLst>
                      <a:path extrusionOk="0" h="445960" w="562927">
                        <a:moveTo>
                          <a:pt x="0" y="0"/>
                        </a:moveTo>
                        <a:lnTo>
                          <a:pt x="44482" y="190881"/>
                        </a:lnTo>
                        <a:lnTo>
                          <a:pt x="562928" y="445961"/>
                        </a:lnTo>
                        <a:lnTo>
                          <a:pt x="562928" y="275654"/>
                        </a:lnTo>
                        <a:lnTo>
                          <a:pt x="259842" y="127254"/>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grpSp>
      <p:pic>
        <p:nvPicPr>
          <p:cNvPr descr="A blue and black logo&#10;&#10;Description automatically generated" id="296" name="Google Shape;296;g311fd254064_0_609"/>
          <p:cNvPicPr preferRelativeResize="0"/>
          <p:nvPr/>
        </p:nvPicPr>
        <p:blipFill rotWithShape="1">
          <a:blip r:embed="rId3">
            <a:alphaModFix amt="7000"/>
          </a:blip>
          <a:srcRect b="0" l="0" r="0" t="0"/>
          <a:stretch/>
        </p:blipFill>
        <p:spPr>
          <a:xfrm>
            <a:off x="11920270" y="2685755"/>
            <a:ext cx="2710130" cy="2788063"/>
          </a:xfrm>
          <a:prstGeom prst="rect">
            <a:avLst/>
          </a:prstGeom>
          <a:noFill/>
          <a:ln>
            <a:noFill/>
          </a:ln>
        </p:spPr>
      </p:pic>
    </p:spTree>
  </p:cSld>
  <p:clrMapOvr>
    <a:masterClrMapping/>
  </p:clrMapOvr>
  <p:extLst>
    <p:ext uri="{DCECCB84-F9BA-43D5-87BE-67443E8EF086}">
      <p15:sldGuideLst>
        <p15:guide id="1" orient="horz" pos="2592">
          <p15:clr>
            <a:srgbClr val="FBAE40"/>
          </p15:clr>
        </p15:guide>
        <p15:guide id="2" pos="460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297" name="Shape 297"/>
        <p:cNvGrpSpPr/>
        <p:nvPr/>
      </p:nvGrpSpPr>
      <p:grpSpPr>
        <a:xfrm>
          <a:off x="0" y="0"/>
          <a:ext cx="0" cy="0"/>
          <a:chOff x="0" y="0"/>
          <a:chExt cx="0" cy="0"/>
        </a:xfrm>
      </p:grpSpPr>
      <p:grpSp>
        <p:nvGrpSpPr>
          <p:cNvPr id="298" name="Google Shape;298;g311fd254064_0_681"/>
          <p:cNvGrpSpPr/>
          <p:nvPr/>
        </p:nvGrpSpPr>
        <p:grpSpPr>
          <a:xfrm>
            <a:off x="3962387" y="7321036"/>
            <a:ext cx="8062646" cy="137159"/>
            <a:chOff x="862749" y="7321036"/>
            <a:chExt cx="11162461" cy="137159"/>
          </a:xfrm>
        </p:grpSpPr>
        <p:sp>
          <p:nvSpPr>
            <p:cNvPr id="299" name="Google Shape;299;g311fd254064_0_681"/>
            <p:cNvSpPr/>
            <p:nvPr/>
          </p:nvSpPr>
          <p:spPr>
            <a:xfrm>
              <a:off x="862749" y="7321036"/>
              <a:ext cx="1031875" cy="137159"/>
            </a:xfrm>
            <a:custGeom>
              <a:rect b="b" l="l" r="r" t="t"/>
              <a:pathLst>
                <a:path extrusionOk="0" h="137159" w="1031875">
                  <a:moveTo>
                    <a:pt x="0" y="137159"/>
                  </a:moveTo>
                  <a:lnTo>
                    <a:pt x="1031671" y="137159"/>
                  </a:lnTo>
                  <a:lnTo>
                    <a:pt x="1031671" y="0"/>
                  </a:lnTo>
                  <a:lnTo>
                    <a:pt x="0" y="0"/>
                  </a:lnTo>
                  <a:lnTo>
                    <a:pt x="0" y="137159"/>
                  </a:lnTo>
                  <a:close/>
                </a:path>
              </a:pathLst>
            </a:custGeom>
            <a:solidFill>
              <a:srgbClr val="A6C6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0" name="Google Shape;300;g311fd254064_0_681"/>
            <p:cNvSpPr/>
            <p:nvPr/>
          </p:nvSpPr>
          <p:spPr>
            <a:xfrm>
              <a:off x="1894420" y="7321036"/>
              <a:ext cx="10130790" cy="137159"/>
            </a:xfrm>
            <a:custGeom>
              <a:rect b="b" l="l" r="r" t="t"/>
              <a:pathLst>
                <a:path extrusionOk="0" h="137159" w="10130790">
                  <a:moveTo>
                    <a:pt x="10130739" y="0"/>
                  </a:moveTo>
                  <a:lnTo>
                    <a:pt x="177" y="177"/>
                  </a:lnTo>
                  <a:lnTo>
                    <a:pt x="0" y="137159"/>
                  </a:lnTo>
                  <a:lnTo>
                    <a:pt x="10130739" y="137159"/>
                  </a:lnTo>
                  <a:lnTo>
                    <a:pt x="10130739" y="0"/>
                  </a:lnTo>
                  <a:close/>
                </a:path>
              </a:pathLst>
            </a:custGeom>
            <a:solidFill>
              <a:srgbClr val="1C5AA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grpSp>
        <p:nvGrpSpPr>
          <p:cNvPr id="301" name="Google Shape;301;g311fd254064_0_681"/>
          <p:cNvGrpSpPr/>
          <p:nvPr/>
        </p:nvGrpSpPr>
        <p:grpSpPr>
          <a:xfrm>
            <a:off x="862748" y="839914"/>
            <a:ext cx="9588172" cy="137159"/>
            <a:chOff x="862736" y="839914"/>
            <a:chExt cx="9816906" cy="137159"/>
          </a:xfrm>
        </p:grpSpPr>
        <p:sp>
          <p:nvSpPr>
            <p:cNvPr id="302" name="Google Shape;302;g311fd254064_0_681"/>
            <p:cNvSpPr/>
            <p:nvPr/>
          </p:nvSpPr>
          <p:spPr>
            <a:xfrm>
              <a:off x="862736" y="839914"/>
              <a:ext cx="893444" cy="137159"/>
            </a:xfrm>
            <a:custGeom>
              <a:rect b="b" l="l" r="r" t="t"/>
              <a:pathLst>
                <a:path extrusionOk="0" h="137159" w="893444">
                  <a:moveTo>
                    <a:pt x="0" y="137159"/>
                  </a:moveTo>
                  <a:lnTo>
                    <a:pt x="893013" y="137159"/>
                  </a:lnTo>
                  <a:lnTo>
                    <a:pt x="893013" y="0"/>
                  </a:lnTo>
                  <a:lnTo>
                    <a:pt x="0" y="0"/>
                  </a:lnTo>
                  <a:lnTo>
                    <a:pt x="0" y="137159"/>
                  </a:lnTo>
                  <a:close/>
                </a:path>
              </a:pathLst>
            </a:custGeom>
            <a:solidFill>
              <a:srgbClr val="A6C6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303" name="Google Shape;303;g311fd254064_0_681"/>
            <p:cNvSpPr/>
            <p:nvPr/>
          </p:nvSpPr>
          <p:spPr>
            <a:xfrm>
              <a:off x="1755749" y="839914"/>
              <a:ext cx="8923893" cy="137159"/>
            </a:xfrm>
            <a:custGeom>
              <a:rect b="b" l="l" r="r" t="t"/>
              <a:pathLst>
                <a:path extrusionOk="0" h="137159" w="10198735">
                  <a:moveTo>
                    <a:pt x="10198138" y="0"/>
                  </a:moveTo>
                  <a:lnTo>
                    <a:pt x="152" y="177"/>
                  </a:lnTo>
                  <a:lnTo>
                    <a:pt x="0" y="137159"/>
                  </a:lnTo>
                  <a:lnTo>
                    <a:pt x="10198138" y="137159"/>
                  </a:lnTo>
                  <a:lnTo>
                    <a:pt x="10198138" y="0"/>
                  </a:lnTo>
                  <a:close/>
                </a:path>
              </a:pathLst>
            </a:custGeom>
            <a:solidFill>
              <a:srgbClr val="1C5AA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304" name="Google Shape;304;g311fd254064_0_681"/>
          <p:cNvSpPr txBox="1"/>
          <p:nvPr>
            <p:ph idx="1" type="body"/>
          </p:nvPr>
        </p:nvSpPr>
        <p:spPr>
          <a:xfrm>
            <a:off x="841375" y="1201738"/>
            <a:ext cx="8226300" cy="4566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2800">
                <a:solidFill>
                  <a:schemeClr val="dk1"/>
                </a:solidFill>
                <a:latin typeface="Lato"/>
                <a:ea typeface="Lato"/>
                <a:cs typeface="Lato"/>
                <a:sym typeface="Lato"/>
              </a:defRPr>
            </a:lvl1pPr>
            <a:lvl2pPr indent="-228600" lvl="1" marL="914400" algn="l">
              <a:lnSpc>
                <a:spcPct val="100000"/>
              </a:lnSpc>
              <a:spcBef>
                <a:spcPts val="0"/>
              </a:spcBef>
              <a:spcAft>
                <a:spcPts val="0"/>
              </a:spcAft>
              <a:buSzPts val="1400"/>
              <a:buNone/>
              <a:defRPr b="1" sz="2800">
                <a:solidFill>
                  <a:srgbClr val="1C5AA5"/>
                </a:solidFill>
                <a:latin typeface="Lato"/>
                <a:ea typeface="Lato"/>
                <a:cs typeface="Lato"/>
                <a:sym typeface="Lato"/>
              </a:defRPr>
            </a:lvl2pPr>
            <a:lvl3pPr indent="-228600" lvl="2" marL="1371600" algn="l">
              <a:lnSpc>
                <a:spcPct val="100000"/>
              </a:lnSpc>
              <a:spcBef>
                <a:spcPts val="0"/>
              </a:spcBef>
              <a:spcAft>
                <a:spcPts val="0"/>
              </a:spcAft>
              <a:buSzPts val="1400"/>
              <a:buNone/>
              <a:defRPr b="1" sz="2800">
                <a:solidFill>
                  <a:srgbClr val="1C5AA5"/>
                </a:solidFill>
                <a:latin typeface="Lato"/>
                <a:ea typeface="Lato"/>
                <a:cs typeface="Lato"/>
                <a:sym typeface="Lato"/>
              </a:defRPr>
            </a:lvl3pPr>
            <a:lvl4pPr indent="-228600" lvl="3" marL="1828800" algn="l">
              <a:lnSpc>
                <a:spcPct val="100000"/>
              </a:lnSpc>
              <a:spcBef>
                <a:spcPts val="0"/>
              </a:spcBef>
              <a:spcAft>
                <a:spcPts val="0"/>
              </a:spcAft>
              <a:buSzPts val="1400"/>
              <a:buNone/>
              <a:defRPr b="1" sz="2800">
                <a:solidFill>
                  <a:srgbClr val="1C5AA5"/>
                </a:solidFill>
                <a:latin typeface="Lato"/>
                <a:ea typeface="Lato"/>
                <a:cs typeface="Lato"/>
                <a:sym typeface="Lato"/>
              </a:defRPr>
            </a:lvl4pPr>
            <a:lvl5pPr indent="-228600" lvl="4" marL="2286000" algn="l">
              <a:lnSpc>
                <a:spcPct val="100000"/>
              </a:lnSpc>
              <a:spcBef>
                <a:spcPts val="0"/>
              </a:spcBef>
              <a:spcAft>
                <a:spcPts val="0"/>
              </a:spcAft>
              <a:buSzPts val="1400"/>
              <a:buNone/>
              <a:defRPr b="1" sz="2800">
                <a:solidFill>
                  <a:srgbClr val="1C5AA5"/>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5" name="Google Shape;305;g311fd254064_0_681"/>
          <p:cNvSpPr txBox="1"/>
          <p:nvPr>
            <p:ph idx="2" type="body"/>
          </p:nvPr>
        </p:nvSpPr>
        <p:spPr>
          <a:xfrm>
            <a:off x="841375" y="1976438"/>
            <a:ext cx="11883900" cy="46704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1200">
                <a:solidFill>
                  <a:schemeClr val="dk1"/>
                </a:solidFill>
                <a:latin typeface="Lato"/>
                <a:ea typeface="Lato"/>
                <a:cs typeface="Lato"/>
                <a:sym typeface="Lato"/>
              </a:defRPr>
            </a:lvl1pPr>
            <a:lvl2pPr indent="-228600" lvl="1" marL="914400" algn="l">
              <a:lnSpc>
                <a:spcPct val="100000"/>
              </a:lnSpc>
              <a:spcBef>
                <a:spcPts val="0"/>
              </a:spcBef>
              <a:spcAft>
                <a:spcPts val="0"/>
              </a:spcAft>
              <a:buSzPts val="1400"/>
              <a:buNone/>
              <a:defRPr sz="1200">
                <a:solidFill>
                  <a:schemeClr val="dk1"/>
                </a:solidFill>
                <a:latin typeface="Lato"/>
                <a:ea typeface="Lato"/>
                <a:cs typeface="Lato"/>
                <a:sym typeface="Lato"/>
              </a:defRPr>
            </a:lvl2pPr>
            <a:lvl3pPr indent="-228600" lvl="2" marL="1371600" algn="l">
              <a:lnSpc>
                <a:spcPct val="100000"/>
              </a:lnSpc>
              <a:spcBef>
                <a:spcPts val="0"/>
              </a:spcBef>
              <a:spcAft>
                <a:spcPts val="0"/>
              </a:spcAft>
              <a:buSzPts val="1400"/>
              <a:buNone/>
              <a:defRPr sz="1200">
                <a:solidFill>
                  <a:schemeClr val="dk1"/>
                </a:solidFill>
                <a:latin typeface="Lato"/>
                <a:ea typeface="Lato"/>
                <a:cs typeface="Lato"/>
                <a:sym typeface="Lato"/>
              </a:defRPr>
            </a:lvl3pPr>
            <a:lvl4pPr indent="-228600" lvl="3" marL="1828800" algn="l">
              <a:lnSpc>
                <a:spcPct val="100000"/>
              </a:lnSpc>
              <a:spcBef>
                <a:spcPts val="0"/>
              </a:spcBef>
              <a:spcAft>
                <a:spcPts val="0"/>
              </a:spcAft>
              <a:buSzPts val="1400"/>
              <a:buNone/>
              <a:defRPr sz="1200">
                <a:solidFill>
                  <a:schemeClr val="dk1"/>
                </a:solidFill>
                <a:latin typeface="Lato"/>
                <a:ea typeface="Lato"/>
                <a:cs typeface="Lato"/>
                <a:sym typeface="Lato"/>
              </a:defRPr>
            </a:lvl4pPr>
            <a:lvl5pPr indent="-228600" lvl="4" marL="2286000" algn="l">
              <a:lnSpc>
                <a:spcPct val="100000"/>
              </a:lnSpc>
              <a:spcBef>
                <a:spcPts val="0"/>
              </a:spcBef>
              <a:spcAft>
                <a:spcPts val="0"/>
              </a:spcAft>
              <a:buSzPts val="1400"/>
              <a:buNone/>
              <a:defRPr sz="1200">
                <a:solidFill>
                  <a:schemeClr val="dk1"/>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306" name="Google Shape;306;g311fd254064_0_681"/>
          <p:cNvGrpSpPr/>
          <p:nvPr/>
        </p:nvGrpSpPr>
        <p:grpSpPr>
          <a:xfrm>
            <a:off x="12501050" y="6640204"/>
            <a:ext cx="1385166" cy="1132028"/>
            <a:chOff x="12825027" y="4752786"/>
            <a:chExt cx="2538794" cy="2074831"/>
          </a:xfrm>
        </p:grpSpPr>
        <p:grpSp>
          <p:nvGrpSpPr>
            <p:cNvPr id="307" name="Google Shape;307;g311fd254064_0_681"/>
            <p:cNvGrpSpPr/>
            <p:nvPr/>
          </p:nvGrpSpPr>
          <p:grpSpPr>
            <a:xfrm>
              <a:off x="12825027" y="6677598"/>
              <a:ext cx="2538794" cy="150019"/>
              <a:chOff x="12825027" y="6677598"/>
              <a:chExt cx="2538794" cy="150019"/>
            </a:xfrm>
          </p:grpSpPr>
          <p:sp>
            <p:nvSpPr>
              <p:cNvPr id="308" name="Google Shape;308;g311fd254064_0_681"/>
              <p:cNvSpPr/>
              <p:nvPr/>
            </p:nvSpPr>
            <p:spPr>
              <a:xfrm>
                <a:off x="14074707" y="6736653"/>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242"/>
                      <a:pt x="24671" y="32100"/>
                      <a:pt x="15812" y="3190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309" name="Google Shape;309;g311fd254064_0_681"/>
              <p:cNvGrpSpPr/>
              <p:nvPr/>
            </p:nvGrpSpPr>
            <p:grpSpPr>
              <a:xfrm>
                <a:off x="12825027" y="6677598"/>
                <a:ext cx="1184624" cy="150019"/>
                <a:chOff x="12825027" y="6677598"/>
                <a:chExt cx="1184624" cy="150019"/>
              </a:xfrm>
            </p:grpSpPr>
            <p:sp>
              <p:nvSpPr>
                <p:cNvPr id="310" name="Google Shape;310;g311fd254064_0_681"/>
                <p:cNvSpPr/>
                <p:nvPr/>
              </p:nvSpPr>
              <p:spPr>
                <a:xfrm>
                  <a:off x="12825027" y="6679980"/>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1" name="Google Shape;311;g311fd254064_0_681"/>
                <p:cNvSpPr/>
                <p:nvPr/>
              </p:nvSpPr>
              <p:spPr>
                <a:xfrm>
                  <a:off x="12930563" y="6721985"/>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2" name="Google Shape;312;g311fd254064_0_681"/>
                <p:cNvSpPr/>
                <p:nvPr/>
              </p:nvSpPr>
              <p:spPr>
                <a:xfrm>
                  <a:off x="12996382"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3" name="Google Shape;313;g311fd254064_0_681"/>
                <p:cNvSpPr/>
                <p:nvPr/>
              </p:nvSpPr>
              <p:spPr>
                <a:xfrm>
                  <a:off x="13041141"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4" name="Google Shape;314;g311fd254064_0_681"/>
                <p:cNvSpPr/>
                <p:nvPr/>
              </p:nvSpPr>
              <p:spPr>
                <a:xfrm>
                  <a:off x="13071153" y="6721795"/>
                  <a:ext cx="72580" cy="73533"/>
                </a:xfrm>
                <a:custGeom>
                  <a:rect b="b" l="l" r="r" t="t"/>
                  <a:pathLst>
                    <a:path extrusionOk="0" h="73533" w="72580">
                      <a:moveTo>
                        <a:pt x="36290" y="73533"/>
                      </a:moveTo>
                      <a:cubicBezTo>
                        <a:pt x="25622" y="73533"/>
                        <a:pt x="16955" y="70104"/>
                        <a:pt x="10192" y="63151"/>
                      </a:cubicBezTo>
                      <a:cubicBezTo>
                        <a:pt x="3429" y="56197"/>
                        <a:pt x="0" y="47434"/>
                        <a:pt x="0" y="36766"/>
                      </a:cubicBezTo>
                      <a:cubicBezTo>
                        <a:pt x="0" y="26194"/>
                        <a:pt x="3429" y="17526"/>
                        <a:pt x="10192" y="10477"/>
                      </a:cubicBezTo>
                      <a:cubicBezTo>
                        <a:pt x="16955" y="3524"/>
                        <a:pt x="25718" y="0"/>
                        <a:pt x="36290" y="0"/>
                      </a:cubicBezTo>
                      <a:cubicBezTo>
                        <a:pt x="46863" y="0"/>
                        <a:pt x="55531" y="3524"/>
                        <a:pt x="62389" y="10477"/>
                      </a:cubicBezTo>
                      <a:cubicBezTo>
                        <a:pt x="69247" y="17431"/>
                        <a:pt x="72581" y="26194"/>
                        <a:pt x="72581" y="36766"/>
                      </a:cubicBezTo>
                      <a:cubicBezTo>
                        <a:pt x="72581" y="47434"/>
                        <a:pt x="69152" y="56197"/>
                        <a:pt x="62389" y="63151"/>
                      </a:cubicBezTo>
                      <a:cubicBezTo>
                        <a:pt x="55531" y="70104"/>
                        <a:pt x="46863" y="73533"/>
                        <a:pt x="36290" y="73533"/>
                      </a:cubicBezTo>
                      <a:close/>
                      <a:moveTo>
                        <a:pt x="36290" y="66104"/>
                      </a:moveTo>
                      <a:cubicBezTo>
                        <a:pt x="43529" y="66199"/>
                        <a:pt x="49816" y="63532"/>
                        <a:pt x="54959" y="58007"/>
                      </a:cubicBezTo>
                      <a:cubicBezTo>
                        <a:pt x="60103" y="52578"/>
                        <a:pt x="62770" y="45434"/>
                        <a:pt x="62770" y="36862"/>
                      </a:cubicBezTo>
                      <a:cubicBezTo>
                        <a:pt x="62770" y="28289"/>
                        <a:pt x="60198" y="21336"/>
                        <a:pt x="54959" y="15907"/>
                      </a:cubicBezTo>
                      <a:cubicBezTo>
                        <a:pt x="49816" y="10477"/>
                        <a:pt x="43529" y="7715"/>
                        <a:pt x="36290" y="7620"/>
                      </a:cubicBezTo>
                      <a:cubicBezTo>
                        <a:pt x="28861" y="7620"/>
                        <a:pt x="22670" y="10382"/>
                        <a:pt x="17526" y="15811"/>
                      </a:cubicBezTo>
                      <a:cubicBezTo>
                        <a:pt x="12383" y="21241"/>
                        <a:pt x="9811" y="28289"/>
                        <a:pt x="9811" y="36862"/>
                      </a:cubicBezTo>
                      <a:cubicBezTo>
                        <a:pt x="9716" y="45529"/>
                        <a:pt x="12287" y="52578"/>
                        <a:pt x="17431" y="58007"/>
                      </a:cubicBezTo>
                      <a:cubicBezTo>
                        <a:pt x="22574" y="63341"/>
                        <a:pt x="28861" y="66104"/>
                        <a:pt x="36290"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5" name="Google Shape;315;g311fd254064_0_681"/>
                <p:cNvSpPr/>
                <p:nvPr/>
              </p:nvSpPr>
              <p:spPr>
                <a:xfrm>
                  <a:off x="13162213"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6" name="Google Shape;316;g311fd254064_0_681"/>
                <p:cNvSpPr/>
                <p:nvPr/>
              </p:nvSpPr>
              <p:spPr>
                <a:xfrm>
                  <a:off x="13235648" y="6721890"/>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7" name="Google Shape;317;g311fd254064_0_681"/>
                <p:cNvSpPr/>
                <p:nvPr/>
              </p:nvSpPr>
              <p:spPr>
                <a:xfrm>
                  <a:off x="13326233" y="6677598"/>
                  <a:ext cx="68008" cy="117729"/>
                </a:xfrm>
                <a:custGeom>
                  <a:rect b="b" l="l" r="r" t="t"/>
                  <a:pathLst>
                    <a:path extrusionOk="0" h="117729"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4"/>
                        <a:pt x="58674" y="107252"/>
                      </a:cubicBezTo>
                      <a:cubicBezTo>
                        <a:pt x="52388" y="114110"/>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300"/>
                      </a:moveTo>
                      <a:cubicBezTo>
                        <a:pt x="41338" y="110300"/>
                        <a:pt x="47149" y="107537"/>
                        <a:pt x="51625" y="102108"/>
                      </a:cubicBezTo>
                      <a:cubicBezTo>
                        <a:pt x="56007" y="96679"/>
                        <a:pt x="58198" y="89630"/>
                        <a:pt x="58198" y="81058"/>
                      </a:cubicBezTo>
                      <a:cubicBezTo>
                        <a:pt x="58102" y="72295"/>
                        <a:pt x="55721" y="65246"/>
                        <a:pt x="51149" y="59912"/>
                      </a:cubicBezTo>
                      <a:cubicBezTo>
                        <a:pt x="46577" y="54578"/>
                        <a:pt x="40386" y="51816"/>
                        <a:pt x="32671" y="51816"/>
                      </a:cubicBezTo>
                      <a:cubicBezTo>
                        <a:pt x="25622" y="51816"/>
                        <a:pt x="19812" y="54673"/>
                        <a:pt x="15335" y="60293"/>
                      </a:cubicBezTo>
                      <a:cubicBezTo>
                        <a:pt x="10858" y="66008"/>
                        <a:pt x="8668" y="72866"/>
                        <a:pt x="8668" y="81058"/>
                      </a:cubicBezTo>
                      <a:cubicBezTo>
                        <a:pt x="8668" y="90106"/>
                        <a:pt x="11144" y="97250"/>
                        <a:pt x="16097" y="102489"/>
                      </a:cubicBezTo>
                      <a:cubicBezTo>
                        <a:pt x="20955" y="107632"/>
                        <a:pt x="26860" y="110300"/>
                        <a:pt x="33909" y="11030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8" name="Google Shape;318;g311fd254064_0_681"/>
                <p:cNvSpPr/>
                <p:nvPr/>
              </p:nvSpPr>
              <p:spPr>
                <a:xfrm>
                  <a:off x="13412720" y="6677694"/>
                  <a:ext cx="9239" cy="114871"/>
                </a:xfrm>
                <a:custGeom>
                  <a:rect b="b" l="l" r="r" t="t"/>
                  <a:pathLst>
                    <a:path extrusionOk="0" h="114871" w="9239">
                      <a:moveTo>
                        <a:pt x="0" y="114871"/>
                      </a:moveTo>
                      <a:lnTo>
                        <a:pt x="0" y="0"/>
                      </a:lnTo>
                      <a:lnTo>
                        <a:pt x="9239" y="0"/>
                      </a:ln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19" name="Google Shape;319;g311fd254064_0_681"/>
                <p:cNvSpPr/>
                <p:nvPr/>
              </p:nvSpPr>
              <p:spPr>
                <a:xfrm>
                  <a:off x="13440343" y="6721795"/>
                  <a:ext cx="65055" cy="73533"/>
                </a:xfrm>
                <a:custGeom>
                  <a:rect b="b" l="l" r="r" t="t"/>
                  <a:pathLst>
                    <a:path extrusionOk="0" h="73533" w="65055">
                      <a:moveTo>
                        <a:pt x="58007" y="49339"/>
                      </a:moveTo>
                      <a:lnTo>
                        <a:pt x="65056" y="52959"/>
                      </a:lnTo>
                      <a:cubicBezTo>
                        <a:pt x="61627" y="59912"/>
                        <a:pt x="57341" y="65151"/>
                        <a:pt x="52102" y="68485"/>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4"/>
                        <a:pt x="34290" y="66104"/>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0" name="Google Shape;320;g311fd254064_0_681"/>
                <p:cNvSpPr/>
                <p:nvPr/>
              </p:nvSpPr>
              <p:spPr>
                <a:xfrm>
                  <a:off x="13561881" y="6683123"/>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1" name="Google Shape;321;g311fd254064_0_681"/>
                <p:cNvSpPr/>
                <p:nvPr/>
              </p:nvSpPr>
              <p:spPr>
                <a:xfrm>
                  <a:off x="13597219"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2" name="Google Shape;322;g311fd254064_0_681"/>
                <p:cNvSpPr/>
                <p:nvPr/>
              </p:nvSpPr>
              <p:spPr>
                <a:xfrm>
                  <a:off x="13668466"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3" name="Google Shape;323;g311fd254064_0_681"/>
                <p:cNvSpPr/>
                <p:nvPr/>
              </p:nvSpPr>
              <p:spPr>
                <a:xfrm>
                  <a:off x="13731322"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4" name="Google Shape;324;g311fd254064_0_681"/>
                <p:cNvSpPr/>
                <p:nvPr/>
              </p:nvSpPr>
              <p:spPr>
                <a:xfrm>
                  <a:off x="13761526" y="6721890"/>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5" name="Google Shape;325;g311fd254064_0_681"/>
                <p:cNvSpPr/>
                <p:nvPr/>
              </p:nvSpPr>
              <p:spPr>
                <a:xfrm>
                  <a:off x="13852108" y="6677694"/>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6" name="Google Shape;326;g311fd254064_0_681"/>
                <p:cNvSpPr/>
                <p:nvPr/>
              </p:nvSpPr>
              <p:spPr>
                <a:xfrm>
                  <a:off x="13921164"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27" name="Google Shape;327;g311fd254064_0_681"/>
                <p:cNvSpPr/>
                <p:nvPr/>
              </p:nvSpPr>
              <p:spPr>
                <a:xfrm>
                  <a:off x="13961741"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328" name="Google Shape;328;g311fd254064_0_681"/>
              <p:cNvGrpSpPr/>
              <p:nvPr/>
            </p:nvGrpSpPr>
            <p:grpSpPr>
              <a:xfrm>
                <a:off x="14161956" y="6681694"/>
                <a:ext cx="1201865" cy="112681"/>
                <a:chOff x="14161956" y="6681694"/>
                <a:chExt cx="1201865" cy="112681"/>
              </a:xfrm>
            </p:grpSpPr>
            <p:sp>
              <p:nvSpPr>
                <p:cNvPr id="329" name="Google Shape;329;g311fd254064_0_681"/>
                <p:cNvSpPr/>
                <p:nvPr/>
              </p:nvSpPr>
              <p:spPr>
                <a:xfrm>
                  <a:off x="14161956" y="6681694"/>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99"/>
                      </a:moveTo>
                      <a:lnTo>
                        <a:pt x="67151" y="68199"/>
                      </a:lnTo>
                      <a:lnTo>
                        <a:pt x="48196" y="23527"/>
                      </a:lnTo>
                      <a:lnTo>
                        <a:pt x="29242"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0" name="Google Shape;330;g311fd254064_0_681"/>
                <p:cNvSpPr/>
                <p:nvPr/>
              </p:nvSpPr>
              <p:spPr>
                <a:xfrm>
                  <a:off x="14267301"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1" name="Google Shape;331;g311fd254064_0_681"/>
                <p:cNvSpPr/>
                <p:nvPr/>
              </p:nvSpPr>
              <p:spPr>
                <a:xfrm>
                  <a:off x="14337405" y="6720937"/>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2" name="Google Shape;332;g311fd254064_0_681"/>
                <p:cNvSpPr/>
                <p:nvPr/>
              </p:nvSpPr>
              <p:spPr>
                <a:xfrm>
                  <a:off x="14411890" y="6723699"/>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3" name="Google Shape;333;g311fd254064_0_681"/>
                <p:cNvSpPr/>
                <p:nvPr/>
              </p:nvSpPr>
              <p:spPr>
                <a:xfrm>
                  <a:off x="14489998" y="6724842"/>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1"/>
                        <a:pt x="32861" y="476"/>
                      </a:cubicBezTo>
                      <a:cubicBezTo>
                        <a:pt x="34290" y="762"/>
                        <a:pt x="35623" y="1143"/>
                        <a:pt x="36957" y="1524"/>
                      </a:cubicBezTo>
                      <a:lnTo>
                        <a:pt x="34195" y="10287"/>
                      </a:lnTo>
                      <a:cubicBezTo>
                        <a:pt x="33147" y="9811"/>
                        <a:pt x="32099" y="9335"/>
                        <a:pt x="31052" y="9049"/>
                      </a:cubicBezTo>
                      <a:cubicBezTo>
                        <a:pt x="30004" y="8763"/>
                        <a:pt x="28861" y="8573"/>
                        <a:pt x="27622" y="8573"/>
                      </a:cubicBezTo>
                      <a:cubicBezTo>
                        <a:pt x="23146" y="8573"/>
                        <a:pt x="18955" y="11335"/>
                        <a:pt x="15145" y="16859"/>
                      </a:cubicBezTo>
                      <a:cubicBezTo>
                        <a:pt x="11335" y="22384"/>
                        <a:pt x="9430" y="28194"/>
                        <a:pt x="9430" y="34385"/>
                      </a:cubicBezTo>
                      <a:lnTo>
                        <a:pt x="9430" y="69437"/>
                      </a:lnTo>
                      <a:lnTo>
                        <a:pt x="0" y="69437"/>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4" name="Google Shape;334;g311fd254064_0_681"/>
                <p:cNvSpPr/>
                <p:nvPr/>
              </p:nvSpPr>
              <p:spPr>
                <a:xfrm>
                  <a:off x="14535811" y="6720842"/>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5" name="Google Shape;335;g311fd254064_0_681"/>
                <p:cNvSpPr/>
                <p:nvPr/>
              </p:nvSpPr>
              <p:spPr>
                <a:xfrm>
                  <a:off x="14617537" y="6700078"/>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6" name="Google Shape;336;g311fd254064_0_681"/>
                <p:cNvSpPr/>
                <p:nvPr/>
              </p:nvSpPr>
              <p:spPr>
                <a:xfrm>
                  <a:off x="14660305" y="6720747"/>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7" name="Google Shape;337;g311fd254064_0_681"/>
                <p:cNvSpPr/>
                <p:nvPr/>
              </p:nvSpPr>
              <p:spPr>
                <a:xfrm>
                  <a:off x="14781463" y="6684838"/>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5"/>
                        <a:pt x="80200" y="83820"/>
                        <a:pt x="69818" y="94107"/>
                      </a:cubicBezTo>
                      <a:cubicBezTo>
                        <a:pt x="59436" y="104394"/>
                        <a:pt x="45148" y="109538"/>
                        <a:pt x="26670" y="109538"/>
                      </a:cubicBezTo>
                      <a:lnTo>
                        <a:pt x="0" y="109538"/>
                      </a:lnTo>
                      <a:close/>
                      <a:moveTo>
                        <a:pt x="10478" y="100774"/>
                      </a:moveTo>
                      <a:lnTo>
                        <a:pt x="25717" y="100774"/>
                      </a:lnTo>
                      <a:cubicBezTo>
                        <a:pt x="40576" y="100870"/>
                        <a:pt x="52388" y="96964"/>
                        <a:pt x="61150" y="89059"/>
                      </a:cubicBezTo>
                      <a:cubicBezTo>
                        <a:pt x="69913" y="81153"/>
                        <a:pt x="74390" y="69723"/>
                        <a:pt x="74390" y="54864"/>
                      </a:cubicBezTo>
                      <a:cubicBezTo>
                        <a:pt x="74390" y="40957"/>
                        <a:pt x="69913" y="29908"/>
                        <a:pt x="61055" y="21526"/>
                      </a:cubicBezTo>
                      <a:cubicBezTo>
                        <a:pt x="52197" y="13145"/>
                        <a:pt x="40386" y="8954"/>
                        <a:pt x="25717" y="8954"/>
                      </a:cubicBezTo>
                      <a:lnTo>
                        <a:pt x="10478" y="8954"/>
                      </a:lnTo>
                      <a:lnTo>
                        <a:pt x="10478" y="10077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8" name="Google Shape;338;g311fd254064_0_681"/>
                <p:cNvSpPr/>
                <p:nvPr/>
              </p:nvSpPr>
              <p:spPr>
                <a:xfrm>
                  <a:off x="14882523" y="6720747"/>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39" name="Google Shape;339;g311fd254064_0_681"/>
                <p:cNvSpPr/>
                <p:nvPr/>
              </p:nvSpPr>
              <p:spPr>
                <a:xfrm>
                  <a:off x="14961674"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0" name="Google Shape;340;g311fd254064_0_681"/>
                <p:cNvSpPr/>
                <p:nvPr/>
              </p:nvSpPr>
              <p:spPr>
                <a:xfrm>
                  <a:off x="15033674" y="6696363"/>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1" name="Google Shape;341;g311fd254064_0_681"/>
                <p:cNvSpPr/>
                <p:nvPr/>
              </p:nvSpPr>
              <p:spPr>
                <a:xfrm>
                  <a:off x="15061402"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30"/>
                        <a:pt x="23622" y="7430"/>
                      </a:cubicBezTo>
                      <a:cubicBezTo>
                        <a:pt x="20098" y="7430"/>
                        <a:pt x="17336" y="8477"/>
                        <a:pt x="15240" y="10478"/>
                      </a:cubicBezTo>
                      <a:cubicBezTo>
                        <a:pt x="13145"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2" name="Google Shape;342;g311fd254064_0_681"/>
                <p:cNvSpPr/>
                <p:nvPr/>
              </p:nvSpPr>
              <p:spPr>
                <a:xfrm>
                  <a:off x="15124235" y="6696363"/>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3" name="Google Shape;343;g311fd254064_0_681"/>
                <p:cNvSpPr/>
                <p:nvPr/>
              </p:nvSpPr>
              <p:spPr>
                <a:xfrm>
                  <a:off x="15154176" y="6720747"/>
                  <a:ext cx="72389" cy="73533"/>
                </a:xfrm>
                <a:custGeom>
                  <a:rect b="b" l="l" r="r" t="t"/>
                  <a:pathLst>
                    <a:path extrusionOk="0" h="73533" w="72389">
                      <a:moveTo>
                        <a:pt x="36195" y="73533"/>
                      </a:moveTo>
                      <a:cubicBezTo>
                        <a:pt x="25527" y="73533"/>
                        <a:pt x="16859" y="70104"/>
                        <a:pt x="10096" y="63151"/>
                      </a:cubicBezTo>
                      <a:cubicBezTo>
                        <a:pt x="3334" y="56197"/>
                        <a:pt x="0" y="47435"/>
                        <a:pt x="0" y="36767"/>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7"/>
                      </a:cubicBezTo>
                      <a:cubicBezTo>
                        <a:pt x="72390" y="47435"/>
                        <a:pt x="68961" y="56197"/>
                        <a:pt x="62198" y="63151"/>
                      </a:cubicBezTo>
                      <a:cubicBezTo>
                        <a:pt x="55435" y="70104"/>
                        <a:pt x="46768" y="73533"/>
                        <a:pt x="36195" y="73533"/>
                      </a:cubicBezTo>
                      <a:close/>
                      <a:moveTo>
                        <a:pt x="36195" y="66104"/>
                      </a:moveTo>
                      <a:cubicBezTo>
                        <a:pt x="43434" y="66199"/>
                        <a:pt x="49721" y="63532"/>
                        <a:pt x="54864" y="58007"/>
                      </a:cubicBezTo>
                      <a:cubicBezTo>
                        <a:pt x="60007" y="52578"/>
                        <a:pt x="62579" y="45434"/>
                        <a:pt x="62579" y="36862"/>
                      </a:cubicBezTo>
                      <a:cubicBezTo>
                        <a:pt x="62579" y="28289"/>
                        <a:pt x="60007" y="21336"/>
                        <a:pt x="54864" y="15907"/>
                      </a:cubicBezTo>
                      <a:cubicBezTo>
                        <a:pt x="49721" y="10478"/>
                        <a:pt x="43434" y="7715"/>
                        <a:pt x="36195" y="7620"/>
                      </a:cubicBezTo>
                      <a:cubicBezTo>
                        <a:pt x="28861" y="7620"/>
                        <a:pt x="22574" y="10382"/>
                        <a:pt x="17431" y="15812"/>
                      </a:cubicBezTo>
                      <a:cubicBezTo>
                        <a:pt x="12287" y="21241"/>
                        <a:pt x="9715" y="28289"/>
                        <a:pt x="9715" y="36862"/>
                      </a:cubicBezTo>
                      <a:cubicBezTo>
                        <a:pt x="9620" y="45529"/>
                        <a:pt x="12192" y="52578"/>
                        <a:pt x="17335" y="58007"/>
                      </a:cubicBezTo>
                      <a:cubicBezTo>
                        <a:pt x="22574" y="63341"/>
                        <a:pt x="28861" y="66104"/>
                        <a:pt x="36195"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4" name="Google Shape;344;g311fd254064_0_681"/>
                <p:cNvSpPr/>
                <p:nvPr/>
              </p:nvSpPr>
              <p:spPr>
                <a:xfrm>
                  <a:off x="15245044" y="6723604"/>
                  <a:ext cx="54768" cy="70675"/>
                </a:xfrm>
                <a:custGeom>
                  <a:rect b="b" l="l" r="r" t="t"/>
                  <a:pathLst>
                    <a:path extrusionOk="0" h="70675" w="54768">
                      <a:moveTo>
                        <a:pt x="0" y="70675"/>
                      </a:moveTo>
                      <a:lnTo>
                        <a:pt x="0" y="2857"/>
                      </a:lnTo>
                      <a:lnTo>
                        <a:pt x="9239" y="2857"/>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8"/>
                        <a:pt x="54769" y="27241"/>
                      </a:cubicBezTo>
                      <a:lnTo>
                        <a:pt x="54769" y="70675"/>
                      </a:lnTo>
                      <a:lnTo>
                        <a:pt x="45529" y="70675"/>
                      </a:lnTo>
                      <a:lnTo>
                        <a:pt x="45529" y="28480"/>
                      </a:lnTo>
                      <a:cubicBezTo>
                        <a:pt x="45529" y="21145"/>
                        <a:pt x="44291" y="15907"/>
                        <a:pt x="41815" y="12573"/>
                      </a:cubicBezTo>
                      <a:cubicBezTo>
                        <a:pt x="39338" y="9239"/>
                        <a:pt x="35528" y="7525"/>
                        <a:pt x="30575" y="7525"/>
                      </a:cubicBezTo>
                      <a:cubicBezTo>
                        <a:pt x="24289" y="7525"/>
                        <a:pt x="19241" y="10192"/>
                        <a:pt x="15240" y="15526"/>
                      </a:cubicBezTo>
                      <a:cubicBezTo>
                        <a:pt x="11240" y="20859"/>
                        <a:pt x="9239" y="27432"/>
                        <a:pt x="9239" y="35338"/>
                      </a:cubicBezTo>
                      <a:lnTo>
                        <a:pt x="9239" y="70675"/>
                      </a:lnTo>
                      <a:lnTo>
                        <a:pt x="0" y="7067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5" name="Google Shape;345;g311fd254064_0_681"/>
                <p:cNvSpPr/>
                <p:nvPr/>
              </p:nvSpPr>
              <p:spPr>
                <a:xfrm>
                  <a:off x="15316101"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30"/>
                        <a:pt x="23622" y="7430"/>
                      </a:cubicBezTo>
                      <a:cubicBezTo>
                        <a:pt x="20098" y="7430"/>
                        <a:pt x="17335" y="8477"/>
                        <a:pt x="15240" y="10478"/>
                      </a:cubicBezTo>
                      <a:cubicBezTo>
                        <a:pt x="13144"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346" name="Google Shape;346;g311fd254064_0_681"/>
            <p:cNvGrpSpPr/>
            <p:nvPr/>
          </p:nvGrpSpPr>
          <p:grpSpPr>
            <a:xfrm>
              <a:off x="12826647" y="5913694"/>
              <a:ext cx="2535555" cy="587025"/>
              <a:chOff x="12826647" y="5913694"/>
              <a:chExt cx="2535555" cy="587025"/>
            </a:xfrm>
          </p:grpSpPr>
          <p:sp>
            <p:nvSpPr>
              <p:cNvPr id="347" name="Google Shape;347;g311fd254064_0_681"/>
              <p:cNvSpPr/>
              <p:nvPr/>
            </p:nvSpPr>
            <p:spPr>
              <a:xfrm>
                <a:off x="12826647" y="5915408"/>
                <a:ext cx="149637" cy="585216"/>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8" name="Google Shape;348;g311fd254064_0_681"/>
              <p:cNvSpPr/>
              <p:nvPr/>
            </p:nvSpPr>
            <p:spPr>
              <a:xfrm>
                <a:off x="13052675" y="5913694"/>
                <a:ext cx="202501" cy="587025"/>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924"/>
                      <a:pt x="27908" y="140779"/>
                    </a:cubicBezTo>
                    <a:cubicBezTo>
                      <a:pt x="45053" y="128207"/>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49" name="Google Shape;349;g311fd254064_0_681"/>
              <p:cNvSpPr/>
              <p:nvPr/>
            </p:nvSpPr>
            <p:spPr>
              <a:xfrm>
                <a:off x="13323280"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8"/>
                      <a:pt x="118777" y="514826"/>
                    </a:cubicBezTo>
                    <a:cubicBezTo>
                      <a:pt x="131540" y="525304"/>
                      <a:pt x="153829" y="534829"/>
                      <a:pt x="185833" y="543306"/>
                    </a:cubicBezTo>
                    <a:lnTo>
                      <a:pt x="156115" y="585406"/>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50" name="Google Shape;350;g311fd254064_0_681"/>
              <p:cNvSpPr/>
              <p:nvPr/>
            </p:nvSpPr>
            <p:spPr>
              <a:xfrm>
                <a:off x="13584360" y="5915218"/>
                <a:ext cx="175545" cy="58540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2"/>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6"/>
                    </a:lnTo>
                    <a:cubicBezTo>
                      <a:pt x="71533" y="571405"/>
                      <a:pt x="36195" y="546544"/>
                      <a:pt x="18574" y="511016"/>
                    </a:cubicBezTo>
                    <a:cubicBezTo>
                      <a:pt x="6191" y="486061"/>
                      <a:pt x="0" y="445675"/>
                      <a:pt x="0" y="389954"/>
                    </a:cubicBezTo>
                    <a:lnTo>
                      <a:pt x="0" y="64484"/>
                    </a:lnTo>
                    <a:cubicBezTo>
                      <a:pt x="0" y="46863"/>
                      <a:pt x="9334" y="31528"/>
                      <a:pt x="27908" y="18669"/>
                    </a:cubicBezTo>
                    <a:cubicBezTo>
                      <a:pt x="45053" y="6191"/>
                      <a:pt x="64294" y="0"/>
                      <a:pt x="85534" y="0"/>
                    </a:cubicBezTo>
                    <a:close/>
                    <a:moveTo>
                      <a:pt x="88011" y="50101"/>
                    </a:moveTo>
                    <a:cubicBezTo>
                      <a:pt x="65818" y="50101"/>
                      <a:pt x="54769" y="59817"/>
                      <a:pt x="54769" y="79153"/>
                    </a:cubicBezTo>
                    <a:lnTo>
                      <a:pt x="54769" y="382714"/>
                    </a:lnTo>
                    <a:cubicBezTo>
                      <a:pt x="54769" y="402050"/>
                      <a:pt x="65818" y="411766"/>
                      <a:pt x="88011" y="411766"/>
                    </a:cubicBezTo>
                    <a:cubicBezTo>
                      <a:pt x="109823" y="411766"/>
                      <a:pt x="120777" y="402050"/>
                      <a:pt x="120777" y="382714"/>
                    </a:cubicBezTo>
                    <a:lnTo>
                      <a:pt x="120777" y="79153"/>
                    </a:lnTo>
                    <a:cubicBezTo>
                      <a:pt x="120777" y="59722"/>
                      <a:pt x="109823" y="50101"/>
                      <a:pt x="88011" y="50101"/>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51" name="Google Shape;351;g311fd254064_0_681"/>
              <p:cNvSpPr/>
              <p:nvPr/>
            </p:nvSpPr>
            <p:spPr>
              <a:xfrm>
                <a:off x="13848489" y="5915218"/>
                <a:ext cx="175545" cy="585406"/>
              </a:xfrm>
              <a:custGeom>
                <a:rect b="b" l="l" r="r" t="t"/>
                <a:pathLst>
                  <a:path extrusionOk="0" h="585406" w="175545">
                    <a:moveTo>
                      <a:pt x="85535" y="0"/>
                    </a:moveTo>
                    <a:cubicBezTo>
                      <a:pt x="108395" y="0"/>
                      <a:pt x="128588" y="5810"/>
                      <a:pt x="146209" y="17335"/>
                    </a:cubicBezTo>
                    <a:cubicBezTo>
                      <a:pt x="165735" y="29718"/>
                      <a:pt x="175546" y="45529"/>
                      <a:pt x="175546" y="64675"/>
                    </a:cubicBezTo>
                    <a:lnTo>
                      <a:pt x="175546" y="585406"/>
                    </a:lnTo>
                    <a:lnTo>
                      <a:pt x="120777" y="585406"/>
                    </a:lnTo>
                    <a:lnTo>
                      <a:pt x="120777" y="79058"/>
                    </a:lnTo>
                    <a:cubicBezTo>
                      <a:pt x="120777" y="59626"/>
                      <a:pt x="109823" y="49911"/>
                      <a:pt x="88011" y="49911"/>
                    </a:cubicBezTo>
                    <a:cubicBezTo>
                      <a:pt x="65818" y="49911"/>
                      <a:pt x="54769" y="59626"/>
                      <a:pt x="54769" y="79058"/>
                    </a:cubicBezTo>
                    <a:lnTo>
                      <a:pt x="54769" y="585406"/>
                    </a:lnTo>
                    <a:lnTo>
                      <a:pt x="0" y="585406"/>
                    </a:lnTo>
                    <a:lnTo>
                      <a:pt x="0" y="64675"/>
                    </a:lnTo>
                    <a:cubicBezTo>
                      <a:pt x="0" y="46958"/>
                      <a:pt x="9335" y="31623"/>
                      <a:pt x="27908" y="18669"/>
                    </a:cubicBezTo>
                    <a:cubicBezTo>
                      <a:pt x="45053" y="6191"/>
                      <a:pt x="64294" y="0"/>
                      <a:pt x="85535" y="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52" name="Google Shape;352;g311fd254064_0_681"/>
              <p:cNvSpPr/>
              <p:nvPr/>
            </p:nvSpPr>
            <p:spPr>
              <a:xfrm>
                <a:off x="14116141" y="5915218"/>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8"/>
                      <a:pt x="118777" y="514826"/>
                    </a:cubicBezTo>
                    <a:cubicBezTo>
                      <a:pt x="131445" y="525304"/>
                      <a:pt x="153829" y="534829"/>
                      <a:pt x="185833" y="543306"/>
                    </a:cubicBezTo>
                    <a:lnTo>
                      <a:pt x="156115" y="585406"/>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53" name="Google Shape;353;g311fd254064_0_681"/>
              <p:cNvSpPr/>
              <p:nvPr/>
            </p:nvSpPr>
            <p:spPr>
              <a:xfrm>
                <a:off x="14377126" y="5915313"/>
                <a:ext cx="177450" cy="585311"/>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54" name="Google Shape;354;g311fd254064_0_681"/>
              <p:cNvSpPr/>
              <p:nvPr/>
            </p:nvSpPr>
            <p:spPr>
              <a:xfrm>
                <a:off x="14647446" y="5915312"/>
                <a:ext cx="60388" cy="585311"/>
              </a:xfrm>
              <a:custGeom>
                <a:rect b="b" l="l" r="r" t="t"/>
                <a:pathLst>
                  <a:path extrusionOk="0" h="585311" w="60388">
                    <a:moveTo>
                      <a:pt x="3143" y="585312"/>
                    </a:moveTo>
                    <a:lnTo>
                      <a:pt x="3143" y="115253"/>
                    </a:lnTo>
                    <a:lnTo>
                      <a:pt x="57912" y="115253"/>
                    </a:lnTo>
                    <a:lnTo>
                      <a:pt x="57912" y="585312"/>
                    </a:lnTo>
                    <a:lnTo>
                      <a:pt x="3143" y="585312"/>
                    </a:lnTo>
                    <a:close/>
                    <a:moveTo>
                      <a:pt x="0" y="30195"/>
                    </a:moveTo>
                    <a:cubicBezTo>
                      <a:pt x="0" y="46863"/>
                      <a:pt x="13526" y="60389"/>
                      <a:pt x="30194" y="60389"/>
                    </a:cubicBezTo>
                    <a:cubicBezTo>
                      <a:pt x="46863" y="60389"/>
                      <a:pt x="60388" y="46863"/>
                      <a:pt x="60388" y="30195"/>
                    </a:cubicBezTo>
                    <a:cubicBezTo>
                      <a:pt x="60388" y="13526"/>
                      <a:pt x="46863" y="0"/>
                      <a:pt x="30194" y="0"/>
                    </a:cubicBezTo>
                    <a:cubicBezTo>
                      <a:pt x="13621" y="-95"/>
                      <a:pt x="0" y="13526"/>
                      <a:pt x="0" y="30195"/>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55" name="Google Shape;355;g311fd254064_0_681"/>
              <p:cNvSpPr/>
              <p:nvPr/>
            </p:nvSpPr>
            <p:spPr>
              <a:xfrm>
                <a:off x="14797846" y="5915218"/>
                <a:ext cx="175545" cy="585216"/>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0"/>
                      <a:pt x="90392" y="457390"/>
                    </a:cubicBezTo>
                    <a:lnTo>
                      <a:pt x="85534" y="457390"/>
                    </a:lnTo>
                    <a:cubicBezTo>
                      <a:pt x="75724" y="457390"/>
                      <a:pt x="66104" y="455867"/>
                      <a:pt x="56674" y="452818"/>
                    </a:cubicBezTo>
                    <a:cubicBezTo>
                      <a:pt x="59912" y="479393"/>
                      <a:pt x="69723" y="499681"/>
                      <a:pt x="86011" y="513588"/>
                    </a:cubicBezTo>
                    <a:cubicBezTo>
                      <a:pt x="100013" y="525304"/>
                      <a:pt x="122872" y="535496"/>
                      <a:pt x="154496" y="544163"/>
                    </a:cubicBezTo>
                    <a:lnTo>
                      <a:pt x="124682" y="585216"/>
                    </a:lnTo>
                    <a:cubicBezTo>
                      <a:pt x="71533" y="571214"/>
                      <a:pt x="36195" y="546544"/>
                      <a:pt x="18574" y="511016"/>
                    </a:cubicBezTo>
                    <a:cubicBezTo>
                      <a:pt x="6191" y="486156"/>
                      <a:pt x="0" y="445865"/>
                      <a:pt x="0" y="390239"/>
                    </a:cubicBezTo>
                    <a:lnTo>
                      <a:pt x="0" y="64008"/>
                    </a:lnTo>
                    <a:cubicBezTo>
                      <a:pt x="0" y="46387"/>
                      <a:pt x="9334" y="31147"/>
                      <a:pt x="27908" y="18288"/>
                    </a:cubicBezTo>
                    <a:cubicBezTo>
                      <a:pt x="45148" y="6191"/>
                      <a:pt x="64389" y="0"/>
                      <a:pt x="85534" y="0"/>
                    </a:cubicBezTo>
                    <a:close/>
                    <a:moveTo>
                      <a:pt x="88011" y="49911"/>
                    </a:moveTo>
                    <a:cubicBezTo>
                      <a:pt x="65818" y="49911"/>
                      <a:pt x="54769" y="59531"/>
                      <a:pt x="54769" y="78867"/>
                    </a:cubicBezTo>
                    <a:lnTo>
                      <a:pt x="54769" y="383286"/>
                    </a:lnTo>
                    <a:cubicBezTo>
                      <a:pt x="54769" y="402526"/>
                      <a:pt x="65818" y="412242"/>
                      <a:pt x="88011" y="412242"/>
                    </a:cubicBezTo>
                    <a:cubicBezTo>
                      <a:pt x="109823" y="412242"/>
                      <a:pt x="120777" y="402622"/>
                      <a:pt x="120777" y="383286"/>
                    </a:cubicBezTo>
                    <a:lnTo>
                      <a:pt x="120777" y="78867"/>
                    </a:lnTo>
                    <a:cubicBezTo>
                      <a:pt x="120777" y="59626"/>
                      <a:pt x="109823" y="49911"/>
                      <a:pt x="88011" y="49911"/>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56" name="Google Shape;356;g311fd254064_0_681"/>
              <p:cNvSpPr/>
              <p:nvPr/>
            </p:nvSpPr>
            <p:spPr>
              <a:xfrm>
                <a:off x="15061974" y="5915313"/>
                <a:ext cx="300228" cy="585311"/>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4"/>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357" name="Google Shape;357;g311fd254064_0_681"/>
            <p:cNvGrpSpPr/>
            <p:nvPr/>
          </p:nvGrpSpPr>
          <p:grpSpPr>
            <a:xfrm>
              <a:off x="13531497" y="4752786"/>
              <a:ext cx="1125949" cy="880491"/>
              <a:chOff x="13531497" y="4752786"/>
              <a:chExt cx="1125949" cy="880491"/>
            </a:xfrm>
          </p:grpSpPr>
          <p:grpSp>
            <p:nvGrpSpPr>
              <p:cNvPr id="358" name="Google Shape;358;g311fd254064_0_681"/>
              <p:cNvGrpSpPr/>
              <p:nvPr/>
            </p:nvGrpSpPr>
            <p:grpSpPr>
              <a:xfrm>
                <a:off x="14094424" y="4752786"/>
                <a:ext cx="563022" cy="880491"/>
                <a:chOff x="14094424" y="4752786"/>
                <a:chExt cx="563022" cy="880491"/>
              </a:xfrm>
            </p:grpSpPr>
            <p:sp>
              <p:nvSpPr>
                <p:cNvPr id="359" name="Google Shape;359;g311fd254064_0_681"/>
                <p:cNvSpPr/>
                <p:nvPr/>
              </p:nvSpPr>
              <p:spPr>
                <a:xfrm>
                  <a:off x="14094424" y="5054919"/>
                  <a:ext cx="499300" cy="325564"/>
                </a:xfrm>
                <a:custGeom>
                  <a:rect b="b" l="l" r="r" t="t"/>
                  <a:pathLst>
                    <a:path extrusionOk="0" h="325564" w="499300">
                      <a:moveTo>
                        <a:pt x="499301" y="162497"/>
                      </a:moveTo>
                      <a:lnTo>
                        <a:pt x="0" y="0"/>
                      </a:lnTo>
                      <a:lnTo>
                        <a:pt x="0" y="177832"/>
                      </a:lnTo>
                      <a:lnTo>
                        <a:pt x="453962" y="325565"/>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60" name="Google Shape;360;g311fd254064_0_681"/>
                <p:cNvSpPr/>
                <p:nvPr/>
              </p:nvSpPr>
              <p:spPr>
                <a:xfrm>
                  <a:off x="14094424" y="5217416"/>
                  <a:ext cx="499300" cy="415861"/>
                </a:xfrm>
                <a:custGeom>
                  <a:rect b="b" l="l" r="r" t="t"/>
                  <a:pathLst>
                    <a:path extrusionOk="0" h="415861" w="499300">
                      <a:moveTo>
                        <a:pt x="0" y="245364"/>
                      </a:moveTo>
                      <a:lnTo>
                        <a:pt x="95" y="415861"/>
                      </a:lnTo>
                      <a:lnTo>
                        <a:pt x="454438" y="192405"/>
                      </a:lnTo>
                      <a:lnTo>
                        <a:pt x="499301" y="0"/>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361" name="Google Shape;361;g311fd254064_0_681"/>
                <p:cNvGrpSpPr/>
                <p:nvPr/>
              </p:nvGrpSpPr>
              <p:grpSpPr>
                <a:xfrm>
                  <a:off x="14094424" y="4752786"/>
                  <a:ext cx="563022" cy="627697"/>
                  <a:chOff x="14094424" y="4752786"/>
                  <a:chExt cx="563022" cy="627697"/>
                </a:xfrm>
              </p:grpSpPr>
              <p:sp>
                <p:nvSpPr>
                  <p:cNvPr id="362" name="Google Shape;362;g311fd254064_0_681"/>
                  <p:cNvSpPr/>
                  <p:nvPr/>
                </p:nvSpPr>
                <p:spPr>
                  <a:xfrm>
                    <a:off x="14094424" y="4752786"/>
                    <a:ext cx="563022" cy="369379"/>
                  </a:xfrm>
                  <a:custGeom>
                    <a:rect b="b" l="l" r="r" t="t"/>
                    <a:pathLst>
                      <a:path extrusionOk="0" h="369379" w="563022">
                        <a:moveTo>
                          <a:pt x="563023" y="181737"/>
                        </a:moveTo>
                        <a:lnTo>
                          <a:pt x="493109" y="369380"/>
                        </a:lnTo>
                        <a:lnTo>
                          <a:pt x="303181" y="308991"/>
                        </a:lnTo>
                        <a:lnTo>
                          <a:pt x="0" y="209074"/>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63" name="Google Shape;363;g311fd254064_0_681"/>
                  <p:cNvSpPr/>
                  <p:nvPr/>
                </p:nvSpPr>
                <p:spPr>
                  <a:xfrm>
                    <a:off x="14094424" y="4934523"/>
                    <a:ext cx="563022" cy="445960"/>
                  </a:xfrm>
                  <a:custGeom>
                    <a:rect b="b" l="l" r="r" t="t"/>
                    <a:pathLst>
                      <a:path extrusionOk="0" h="445960" w="563022">
                        <a:moveTo>
                          <a:pt x="563023" y="0"/>
                        </a:moveTo>
                        <a:lnTo>
                          <a:pt x="518446" y="190881"/>
                        </a:lnTo>
                        <a:lnTo>
                          <a:pt x="0" y="445961"/>
                        </a:lnTo>
                        <a:lnTo>
                          <a:pt x="0" y="275654"/>
                        </a:lnTo>
                        <a:lnTo>
                          <a:pt x="303181" y="127254"/>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364" name="Google Shape;364;g311fd254064_0_681"/>
              <p:cNvGrpSpPr/>
              <p:nvPr/>
            </p:nvGrpSpPr>
            <p:grpSpPr>
              <a:xfrm>
                <a:off x="13531497" y="4752786"/>
                <a:ext cx="562927" cy="880491"/>
                <a:chOff x="13531497" y="4752786"/>
                <a:chExt cx="562927" cy="880491"/>
              </a:xfrm>
            </p:grpSpPr>
            <p:sp>
              <p:nvSpPr>
                <p:cNvPr id="365" name="Google Shape;365;g311fd254064_0_681"/>
                <p:cNvSpPr/>
                <p:nvPr/>
              </p:nvSpPr>
              <p:spPr>
                <a:xfrm>
                  <a:off x="13595124" y="5054919"/>
                  <a:ext cx="499300" cy="325564"/>
                </a:xfrm>
                <a:custGeom>
                  <a:rect b="b" l="l" r="r" t="t"/>
                  <a:pathLst>
                    <a:path extrusionOk="0" h="325564" w="499300">
                      <a:moveTo>
                        <a:pt x="0" y="162497"/>
                      </a:moveTo>
                      <a:lnTo>
                        <a:pt x="499300" y="0"/>
                      </a:lnTo>
                      <a:lnTo>
                        <a:pt x="499300" y="177832"/>
                      </a:lnTo>
                      <a:lnTo>
                        <a:pt x="45339" y="325565"/>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66" name="Google Shape;366;g311fd254064_0_681"/>
                <p:cNvSpPr/>
                <p:nvPr/>
              </p:nvSpPr>
              <p:spPr>
                <a:xfrm>
                  <a:off x="13595124" y="5217416"/>
                  <a:ext cx="499300" cy="415861"/>
                </a:xfrm>
                <a:custGeom>
                  <a:rect b="b" l="l" r="r" t="t"/>
                  <a:pathLst>
                    <a:path extrusionOk="0" h="415861" w="499300">
                      <a:moveTo>
                        <a:pt x="499300" y="245364"/>
                      </a:moveTo>
                      <a:lnTo>
                        <a:pt x="499300" y="415861"/>
                      </a:lnTo>
                      <a:lnTo>
                        <a:pt x="44958" y="192405"/>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367" name="Google Shape;367;g311fd254064_0_681"/>
                <p:cNvGrpSpPr/>
                <p:nvPr/>
              </p:nvGrpSpPr>
              <p:grpSpPr>
                <a:xfrm>
                  <a:off x="13531497" y="4752786"/>
                  <a:ext cx="562927" cy="627697"/>
                  <a:chOff x="13531497" y="4752786"/>
                  <a:chExt cx="562927" cy="627697"/>
                </a:xfrm>
              </p:grpSpPr>
              <p:sp>
                <p:nvSpPr>
                  <p:cNvPr id="368" name="Google Shape;368;g311fd254064_0_681"/>
                  <p:cNvSpPr/>
                  <p:nvPr/>
                </p:nvSpPr>
                <p:spPr>
                  <a:xfrm>
                    <a:off x="13531497" y="4752786"/>
                    <a:ext cx="562927" cy="369379"/>
                  </a:xfrm>
                  <a:custGeom>
                    <a:rect b="b" l="l" r="r" t="t"/>
                    <a:pathLst>
                      <a:path extrusionOk="0" h="369379" w="562927">
                        <a:moveTo>
                          <a:pt x="0" y="181737"/>
                        </a:moveTo>
                        <a:lnTo>
                          <a:pt x="69818" y="369380"/>
                        </a:lnTo>
                        <a:lnTo>
                          <a:pt x="259842" y="308991"/>
                        </a:lnTo>
                        <a:lnTo>
                          <a:pt x="562928" y="209074"/>
                        </a:lnTo>
                        <a:lnTo>
                          <a:pt x="562928" y="0"/>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69" name="Google Shape;369;g311fd254064_0_681"/>
                  <p:cNvSpPr/>
                  <p:nvPr/>
                </p:nvSpPr>
                <p:spPr>
                  <a:xfrm>
                    <a:off x="13531497" y="4934523"/>
                    <a:ext cx="562927" cy="445960"/>
                  </a:xfrm>
                  <a:custGeom>
                    <a:rect b="b" l="l" r="r" t="t"/>
                    <a:pathLst>
                      <a:path extrusionOk="0" h="445960" w="562927">
                        <a:moveTo>
                          <a:pt x="0" y="0"/>
                        </a:moveTo>
                        <a:lnTo>
                          <a:pt x="44482" y="190881"/>
                        </a:lnTo>
                        <a:lnTo>
                          <a:pt x="562928" y="445961"/>
                        </a:lnTo>
                        <a:lnTo>
                          <a:pt x="562928" y="275654"/>
                        </a:lnTo>
                        <a:lnTo>
                          <a:pt x="259842" y="127254"/>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grpSp>
      <p:pic>
        <p:nvPicPr>
          <p:cNvPr id="370" name="Google Shape;370;g311fd254064_0_681"/>
          <p:cNvPicPr preferRelativeResize="0"/>
          <p:nvPr/>
        </p:nvPicPr>
        <p:blipFill rotWithShape="1">
          <a:blip r:embed="rId2">
            <a:alphaModFix/>
          </a:blip>
          <a:srcRect b="0" l="0" r="0" t="0"/>
          <a:stretch/>
        </p:blipFill>
        <p:spPr>
          <a:xfrm>
            <a:off x="9446899" y="-510680"/>
            <a:ext cx="6734171" cy="2286139"/>
          </a:xfrm>
          <a:prstGeom prst="rect">
            <a:avLst/>
          </a:prstGeom>
          <a:noFill/>
          <a:ln>
            <a:noFill/>
          </a:ln>
        </p:spPr>
      </p:pic>
      <p:pic>
        <p:nvPicPr>
          <p:cNvPr id="371" name="Google Shape;371;g311fd254064_0_681"/>
          <p:cNvPicPr preferRelativeResize="0"/>
          <p:nvPr/>
        </p:nvPicPr>
        <p:blipFill rotWithShape="1">
          <a:blip r:embed="rId2">
            <a:alphaModFix/>
          </a:blip>
          <a:srcRect b="0" l="0" r="0" t="0"/>
          <a:stretch/>
        </p:blipFill>
        <p:spPr>
          <a:xfrm rot="10800000">
            <a:off x="-1554480" y="6455529"/>
            <a:ext cx="6734171" cy="2286139"/>
          </a:xfrm>
          <a:prstGeom prst="rect">
            <a:avLst/>
          </a:prstGeom>
          <a:noFill/>
          <a:ln>
            <a:noFill/>
          </a:ln>
        </p:spPr>
      </p:pic>
    </p:spTree>
  </p:cSld>
  <p:clrMapOvr>
    <a:masterClrMapping/>
  </p:clrMapOvr>
  <p:extLst>
    <p:ext uri="{DCECCB84-F9BA-43D5-87BE-67443E8EF086}">
      <p15:sldGuideLst>
        <p15:guide id="1" orient="horz" pos="2592">
          <p15:clr>
            <a:srgbClr val="FBAE40"/>
          </p15:clr>
        </p15:guide>
        <p15:guide id="2" pos="460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lank">
  <p:cSld name="3_Blank">
    <p:spTree>
      <p:nvGrpSpPr>
        <p:cNvPr id="372" name="Shape 372"/>
        <p:cNvGrpSpPr/>
        <p:nvPr/>
      </p:nvGrpSpPr>
      <p:grpSpPr>
        <a:xfrm>
          <a:off x="0" y="0"/>
          <a:ext cx="0" cy="0"/>
          <a:chOff x="0" y="0"/>
          <a:chExt cx="0" cy="0"/>
        </a:xfrm>
      </p:grpSpPr>
      <p:pic>
        <p:nvPicPr>
          <p:cNvPr id="373" name="Google Shape;373;g311fd254064_0_75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74" name="Google Shape;374;g311fd254064_0_756"/>
          <p:cNvSpPr txBox="1"/>
          <p:nvPr>
            <p:ph idx="1" type="body"/>
          </p:nvPr>
        </p:nvSpPr>
        <p:spPr>
          <a:xfrm>
            <a:off x="803275" y="496888"/>
            <a:ext cx="2930400" cy="4617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3000">
                <a:solidFill>
                  <a:srgbClr val="F7AF3C"/>
                </a:solidFill>
                <a:latin typeface="Lato"/>
                <a:ea typeface="Lato"/>
                <a:cs typeface="Lato"/>
                <a:sym typeface="Lato"/>
              </a:defRPr>
            </a:lvl1pPr>
            <a:lvl2pPr indent="-228600" lvl="1" marL="914400" algn="l">
              <a:lnSpc>
                <a:spcPct val="100000"/>
              </a:lnSpc>
              <a:spcBef>
                <a:spcPts val="0"/>
              </a:spcBef>
              <a:spcAft>
                <a:spcPts val="0"/>
              </a:spcAft>
              <a:buSzPts val="1400"/>
              <a:buNone/>
              <a:defRPr b="1" sz="3000">
                <a:solidFill>
                  <a:srgbClr val="F7AF3C"/>
                </a:solidFill>
                <a:latin typeface="Lato"/>
                <a:ea typeface="Lato"/>
                <a:cs typeface="Lato"/>
                <a:sym typeface="Lato"/>
              </a:defRPr>
            </a:lvl2pPr>
            <a:lvl3pPr indent="-228600" lvl="2" marL="1371600" algn="l">
              <a:lnSpc>
                <a:spcPct val="100000"/>
              </a:lnSpc>
              <a:spcBef>
                <a:spcPts val="0"/>
              </a:spcBef>
              <a:spcAft>
                <a:spcPts val="0"/>
              </a:spcAft>
              <a:buSzPts val="1400"/>
              <a:buNone/>
              <a:defRPr b="1" sz="3000">
                <a:solidFill>
                  <a:srgbClr val="F7AF3C"/>
                </a:solidFill>
                <a:latin typeface="Lato"/>
                <a:ea typeface="Lato"/>
                <a:cs typeface="Lato"/>
                <a:sym typeface="Lato"/>
              </a:defRPr>
            </a:lvl3pPr>
            <a:lvl4pPr indent="-228600" lvl="3" marL="1828800" algn="l">
              <a:lnSpc>
                <a:spcPct val="100000"/>
              </a:lnSpc>
              <a:spcBef>
                <a:spcPts val="0"/>
              </a:spcBef>
              <a:spcAft>
                <a:spcPts val="0"/>
              </a:spcAft>
              <a:buSzPts val="1400"/>
              <a:buNone/>
              <a:defRPr b="1" sz="3000">
                <a:solidFill>
                  <a:srgbClr val="F7AF3C"/>
                </a:solidFill>
                <a:latin typeface="Lato"/>
                <a:ea typeface="Lato"/>
                <a:cs typeface="Lato"/>
                <a:sym typeface="Lato"/>
              </a:defRPr>
            </a:lvl4pPr>
            <a:lvl5pPr indent="-228600" lvl="4" marL="2286000" algn="l">
              <a:lnSpc>
                <a:spcPct val="100000"/>
              </a:lnSpc>
              <a:spcBef>
                <a:spcPts val="0"/>
              </a:spcBef>
              <a:spcAft>
                <a:spcPts val="0"/>
              </a:spcAft>
              <a:buSzPts val="1400"/>
              <a:buNone/>
              <a:defRPr b="1" sz="3000">
                <a:solidFill>
                  <a:srgbClr val="F7AF3C"/>
                </a:solidFill>
                <a:latin typeface="Lato"/>
                <a:ea typeface="Lato"/>
                <a:cs typeface="Lato"/>
                <a:sym typeface="Lato"/>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grpSp>
        <p:nvGrpSpPr>
          <p:cNvPr id="375" name="Google Shape;375;g311fd254064_0_756"/>
          <p:cNvGrpSpPr/>
          <p:nvPr/>
        </p:nvGrpSpPr>
        <p:grpSpPr>
          <a:xfrm>
            <a:off x="12501670" y="6640161"/>
            <a:ext cx="1385420" cy="1131975"/>
            <a:chOff x="6045516" y="3202399"/>
            <a:chExt cx="2538794" cy="2074735"/>
          </a:xfrm>
        </p:grpSpPr>
        <p:grpSp>
          <p:nvGrpSpPr>
            <p:cNvPr id="376" name="Google Shape;376;g311fd254064_0_756"/>
            <p:cNvGrpSpPr/>
            <p:nvPr/>
          </p:nvGrpSpPr>
          <p:grpSpPr>
            <a:xfrm>
              <a:off x="6045516" y="5127211"/>
              <a:ext cx="2538794" cy="149923"/>
              <a:chOff x="6045516" y="5127211"/>
              <a:chExt cx="2538794" cy="149923"/>
            </a:xfrm>
          </p:grpSpPr>
          <p:sp>
            <p:nvSpPr>
              <p:cNvPr id="377" name="Google Shape;377;g311fd254064_0_756"/>
              <p:cNvSpPr/>
              <p:nvPr/>
            </p:nvSpPr>
            <p:spPr>
              <a:xfrm>
                <a:off x="7295196" y="5186170"/>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337"/>
                      <a:pt x="24671" y="32100"/>
                      <a:pt x="15812" y="3190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378" name="Google Shape;378;g311fd254064_0_756"/>
              <p:cNvGrpSpPr/>
              <p:nvPr/>
            </p:nvGrpSpPr>
            <p:grpSpPr>
              <a:xfrm>
                <a:off x="6045516" y="5127211"/>
                <a:ext cx="1184624" cy="149923"/>
                <a:chOff x="6045516" y="5127211"/>
                <a:chExt cx="1184624" cy="149923"/>
              </a:xfrm>
            </p:grpSpPr>
            <p:sp>
              <p:nvSpPr>
                <p:cNvPr id="379" name="Google Shape;379;g311fd254064_0_756"/>
                <p:cNvSpPr/>
                <p:nvPr/>
              </p:nvSpPr>
              <p:spPr>
                <a:xfrm>
                  <a:off x="6045516" y="5129497"/>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0" name="Google Shape;380;g311fd254064_0_756"/>
                <p:cNvSpPr/>
                <p:nvPr/>
              </p:nvSpPr>
              <p:spPr>
                <a:xfrm>
                  <a:off x="6151052" y="5171503"/>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1" name="Google Shape;381;g311fd254064_0_756"/>
                <p:cNvSpPr/>
                <p:nvPr/>
              </p:nvSpPr>
              <p:spPr>
                <a:xfrm>
                  <a:off x="6216871" y="5147880"/>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2" name="Google Shape;382;g311fd254064_0_756"/>
                <p:cNvSpPr/>
                <p:nvPr/>
              </p:nvSpPr>
              <p:spPr>
                <a:xfrm>
                  <a:off x="6261630" y="5144070"/>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3" name="Google Shape;383;g311fd254064_0_756"/>
                <p:cNvSpPr/>
                <p:nvPr/>
              </p:nvSpPr>
              <p:spPr>
                <a:xfrm>
                  <a:off x="6291642" y="5171407"/>
                  <a:ext cx="72580" cy="73533"/>
                </a:xfrm>
                <a:custGeom>
                  <a:rect b="b" l="l" r="r" t="t"/>
                  <a:pathLst>
                    <a:path extrusionOk="0" h="73533" w="72580">
                      <a:moveTo>
                        <a:pt x="36290" y="73533"/>
                      </a:moveTo>
                      <a:cubicBezTo>
                        <a:pt x="25622" y="73533"/>
                        <a:pt x="16955" y="70104"/>
                        <a:pt x="10192" y="63151"/>
                      </a:cubicBezTo>
                      <a:cubicBezTo>
                        <a:pt x="3429" y="56197"/>
                        <a:pt x="0" y="47435"/>
                        <a:pt x="0" y="36767"/>
                      </a:cubicBezTo>
                      <a:cubicBezTo>
                        <a:pt x="0" y="26194"/>
                        <a:pt x="3429" y="17526"/>
                        <a:pt x="10192" y="10478"/>
                      </a:cubicBezTo>
                      <a:cubicBezTo>
                        <a:pt x="16955" y="3524"/>
                        <a:pt x="25718" y="0"/>
                        <a:pt x="36290" y="0"/>
                      </a:cubicBezTo>
                      <a:cubicBezTo>
                        <a:pt x="46863" y="0"/>
                        <a:pt x="55531" y="3524"/>
                        <a:pt x="62389" y="10478"/>
                      </a:cubicBezTo>
                      <a:cubicBezTo>
                        <a:pt x="69247" y="17431"/>
                        <a:pt x="72581" y="26194"/>
                        <a:pt x="72581" y="36767"/>
                      </a:cubicBezTo>
                      <a:cubicBezTo>
                        <a:pt x="72581" y="47435"/>
                        <a:pt x="69152" y="56197"/>
                        <a:pt x="62389" y="63151"/>
                      </a:cubicBezTo>
                      <a:cubicBezTo>
                        <a:pt x="55531" y="70009"/>
                        <a:pt x="46863" y="73533"/>
                        <a:pt x="36290" y="73533"/>
                      </a:cubicBezTo>
                      <a:close/>
                      <a:moveTo>
                        <a:pt x="36290" y="66008"/>
                      </a:moveTo>
                      <a:cubicBezTo>
                        <a:pt x="43529" y="66104"/>
                        <a:pt x="49816" y="63437"/>
                        <a:pt x="54959" y="57912"/>
                      </a:cubicBezTo>
                      <a:cubicBezTo>
                        <a:pt x="60103" y="52483"/>
                        <a:pt x="62770" y="45339"/>
                        <a:pt x="62770" y="36767"/>
                      </a:cubicBezTo>
                      <a:cubicBezTo>
                        <a:pt x="62770" y="28194"/>
                        <a:pt x="60198" y="21241"/>
                        <a:pt x="54959" y="15812"/>
                      </a:cubicBezTo>
                      <a:cubicBezTo>
                        <a:pt x="49816" y="10382"/>
                        <a:pt x="43529" y="7620"/>
                        <a:pt x="36290" y="7525"/>
                      </a:cubicBezTo>
                      <a:cubicBezTo>
                        <a:pt x="28861" y="7525"/>
                        <a:pt x="22670" y="10287"/>
                        <a:pt x="17526" y="15716"/>
                      </a:cubicBezTo>
                      <a:cubicBezTo>
                        <a:pt x="12383" y="21146"/>
                        <a:pt x="9811" y="28194"/>
                        <a:pt x="9811" y="36767"/>
                      </a:cubicBezTo>
                      <a:cubicBezTo>
                        <a:pt x="9716" y="45434"/>
                        <a:pt x="12287" y="52483"/>
                        <a:pt x="17431" y="57912"/>
                      </a:cubicBezTo>
                      <a:cubicBezTo>
                        <a:pt x="22574" y="63246"/>
                        <a:pt x="28861" y="66008"/>
                        <a:pt x="36290"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4" name="Google Shape;384;g311fd254064_0_756"/>
                <p:cNvSpPr/>
                <p:nvPr/>
              </p:nvSpPr>
              <p:spPr>
                <a:xfrm>
                  <a:off x="6382702" y="5171407"/>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5" name="Google Shape;385;g311fd254064_0_756"/>
                <p:cNvSpPr/>
                <p:nvPr/>
              </p:nvSpPr>
              <p:spPr>
                <a:xfrm>
                  <a:off x="6456137" y="5171407"/>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6" name="Google Shape;386;g311fd254064_0_756"/>
                <p:cNvSpPr/>
                <p:nvPr/>
              </p:nvSpPr>
              <p:spPr>
                <a:xfrm>
                  <a:off x="6546722" y="5127211"/>
                  <a:ext cx="68008" cy="117728"/>
                </a:xfrm>
                <a:custGeom>
                  <a:rect b="b" l="l" r="r" t="t"/>
                  <a:pathLst>
                    <a:path extrusionOk="0" h="117728"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3"/>
                        <a:pt x="58674" y="107251"/>
                      </a:cubicBezTo>
                      <a:cubicBezTo>
                        <a:pt x="52388" y="114109"/>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204"/>
                      </a:moveTo>
                      <a:cubicBezTo>
                        <a:pt x="41338" y="110204"/>
                        <a:pt x="47149" y="107442"/>
                        <a:pt x="51625" y="102013"/>
                      </a:cubicBezTo>
                      <a:cubicBezTo>
                        <a:pt x="56007" y="96583"/>
                        <a:pt x="58198" y="89535"/>
                        <a:pt x="58198" y="80963"/>
                      </a:cubicBezTo>
                      <a:cubicBezTo>
                        <a:pt x="58102" y="72199"/>
                        <a:pt x="55721" y="65151"/>
                        <a:pt x="51149" y="59817"/>
                      </a:cubicBezTo>
                      <a:cubicBezTo>
                        <a:pt x="46577" y="54483"/>
                        <a:pt x="40386" y="51721"/>
                        <a:pt x="32671" y="51721"/>
                      </a:cubicBezTo>
                      <a:cubicBezTo>
                        <a:pt x="25622" y="51721"/>
                        <a:pt x="19812" y="54578"/>
                        <a:pt x="15335" y="60198"/>
                      </a:cubicBezTo>
                      <a:cubicBezTo>
                        <a:pt x="10858" y="65913"/>
                        <a:pt x="8668" y="72771"/>
                        <a:pt x="8668" y="80963"/>
                      </a:cubicBezTo>
                      <a:cubicBezTo>
                        <a:pt x="8668" y="90011"/>
                        <a:pt x="11144" y="97155"/>
                        <a:pt x="16097" y="102394"/>
                      </a:cubicBezTo>
                      <a:cubicBezTo>
                        <a:pt x="21050" y="107632"/>
                        <a:pt x="26860" y="110204"/>
                        <a:pt x="33909" y="11020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7" name="Google Shape;387;g311fd254064_0_756"/>
                <p:cNvSpPr/>
                <p:nvPr/>
              </p:nvSpPr>
              <p:spPr>
                <a:xfrm>
                  <a:off x="6633209" y="5127211"/>
                  <a:ext cx="9239" cy="114871"/>
                </a:xfrm>
                <a:custGeom>
                  <a:rect b="b" l="l" r="r" t="t"/>
                  <a:pathLst>
                    <a:path extrusionOk="0" h="114871" w="9239">
                      <a:moveTo>
                        <a:pt x="0" y="114871"/>
                      </a:moveTo>
                      <a:lnTo>
                        <a:pt x="0" y="0"/>
                      </a:lnTo>
                      <a:lnTo>
                        <a:pt x="9239" y="0"/>
                      </a:lnTo>
                      <a:lnTo>
                        <a:pt x="9239" y="114871"/>
                      </a:lnTo>
                      <a:lnTo>
                        <a:pt x="0" y="11487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8" name="Google Shape;388;g311fd254064_0_756"/>
                <p:cNvSpPr/>
                <p:nvPr/>
              </p:nvSpPr>
              <p:spPr>
                <a:xfrm>
                  <a:off x="6660832" y="5171312"/>
                  <a:ext cx="65055" cy="73533"/>
                </a:xfrm>
                <a:custGeom>
                  <a:rect b="b" l="l" r="r" t="t"/>
                  <a:pathLst>
                    <a:path extrusionOk="0" h="73533" w="65055">
                      <a:moveTo>
                        <a:pt x="58007" y="49339"/>
                      </a:moveTo>
                      <a:lnTo>
                        <a:pt x="65056" y="52959"/>
                      </a:lnTo>
                      <a:cubicBezTo>
                        <a:pt x="61627" y="59912"/>
                        <a:pt x="57341" y="65151"/>
                        <a:pt x="52102" y="68484"/>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3"/>
                        <a:pt x="34290" y="66103"/>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89" name="Google Shape;389;g311fd254064_0_756"/>
                <p:cNvSpPr/>
                <p:nvPr/>
              </p:nvSpPr>
              <p:spPr>
                <a:xfrm>
                  <a:off x="6782370" y="5132640"/>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0" name="Google Shape;390;g311fd254064_0_756"/>
                <p:cNvSpPr/>
                <p:nvPr/>
              </p:nvSpPr>
              <p:spPr>
                <a:xfrm>
                  <a:off x="6817708" y="5171407"/>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1" name="Google Shape;391;g311fd254064_0_756"/>
                <p:cNvSpPr/>
                <p:nvPr/>
              </p:nvSpPr>
              <p:spPr>
                <a:xfrm>
                  <a:off x="6888955" y="5171503"/>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2" name="Google Shape;392;g311fd254064_0_756"/>
                <p:cNvSpPr/>
                <p:nvPr/>
              </p:nvSpPr>
              <p:spPr>
                <a:xfrm>
                  <a:off x="6951811" y="5144070"/>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3" name="Google Shape;393;g311fd254064_0_756"/>
                <p:cNvSpPr/>
                <p:nvPr/>
              </p:nvSpPr>
              <p:spPr>
                <a:xfrm>
                  <a:off x="6982015" y="5171407"/>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4" name="Google Shape;394;g311fd254064_0_756"/>
                <p:cNvSpPr/>
                <p:nvPr/>
              </p:nvSpPr>
              <p:spPr>
                <a:xfrm>
                  <a:off x="7072597" y="5127211"/>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5" name="Google Shape;395;g311fd254064_0_756"/>
                <p:cNvSpPr/>
                <p:nvPr/>
              </p:nvSpPr>
              <p:spPr>
                <a:xfrm>
                  <a:off x="7141653" y="5147880"/>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6" name="Google Shape;396;g311fd254064_0_756"/>
                <p:cNvSpPr/>
                <p:nvPr/>
              </p:nvSpPr>
              <p:spPr>
                <a:xfrm>
                  <a:off x="7182230" y="5171503"/>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397" name="Google Shape;397;g311fd254064_0_756"/>
              <p:cNvGrpSpPr/>
              <p:nvPr/>
            </p:nvGrpSpPr>
            <p:grpSpPr>
              <a:xfrm>
                <a:off x="7382445" y="5131307"/>
                <a:ext cx="1201865" cy="112680"/>
                <a:chOff x="7382445" y="5131307"/>
                <a:chExt cx="1201865" cy="112680"/>
              </a:xfrm>
            </p:grpSpPr>
            <p:sp>
              <p:nvSpPr>
                <p:cNvPr id="398" name="Google Shape;398;g311fd254064_0_756"/>
                <p:cNvSpPr/>
                <p:nvPr/>
              </p:nvSpPr>
              <p:spPr>
                <a:xfrm>
                  <a:off x="7382445" y="5131307"/>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04"/>
                      </a:moveTo>
                      <a:lnTo>
                        <a:pt x="67151" y="68104"/>
                      </a:lnTo>
                      <a:lnTo>
                        <a:pt x="48196" y="23431"/>
                      </a:lnTo>
                      <a:lnTo>
                        <a:pt x="29242" y="6810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399" name="Google Shape;399;g311fd254064_0_756"/>
                <p:cNvSpPr/>
                <p:nvPr/>
              </p:nvSpPr>
              <p:spPr>
                <a:xfrm>
                  <a:off x="7487790" y="5170455"/>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3"/>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0" name="Google Shape;400;g311fd254064_0_756"/>
                <p:cNvSpPr/>
                <p:nvPr/>
              </p:nvSpPr>
              <p:spPr>
                <a:xfrm>
                  <a:off x="7557894" y="5170455"/>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3"/>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1" name="Google Shape;401;g311fd254064_0_756"/>
                <p:cNvSpPr/>
                <p:nvPr/>
              </p:nvSpPr>
              <p:spPr>
                <a:xfrm>
                  <a:off x="7632379" y="5173217"/>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2" name="Google Shape;402;g311fd254064_0_756"/>
                <p:cNvSpPr/>
                <p:nvPr/>
              </p:nvSpPr>
              <p:spPr>
                <a:xfrm>
                  <a:off x="7710487" y="5174455"/>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0"/>
                        <a:pt x="32861" y="476"/>
                      </a:cubicBezTo>
                      <a:cubicBezTo>
                        <a:pt x="34290" y="762"/>
                        <a:pt x="35623" y="1143"/>
                        <a:pt x="36957" y="1524"/>
                      </a:cubicBezTo>
                      <a:lnTo>
                        <a:pt x="34195" y="10287"/>
                      </a:lnTo>
                      <a:cubicBezTo>
                        <a:pt x="33147" y="9811"/>
                        <a:pt x="32099" y="9335"/>
                        <a:pt x="31052" y="9049"/>
                      </a:cubicBezTo>
                      <a:cubicBezTo>
                        <a:pt x="30004" y="8763"/>
                        <a:pt x="28861" y="8572"/>
                        <a:pt x="27622" y="8572"/>
                      </a:cubicBezTo>
                      <a:cubicBezTo>
                        <a:pt x="23146" y="8572"/>
                        <a:pt x="18955" y="11335"/>
                        <a:pt x="15145" y="16859"/>
                      </a:cubicBezTo>
                      <a:cubicBezTo>
                        <a:pt x="11335" y="22384"/>
                        <a:pt x="9430" y="28194"/>
                        <a:pt x="9430" y="34385"/>
                      </a:cubicBezTo>
                      <a:lnTo>
                        <a:pt x="9430" y="69437"/>
                      </a:lnTo>
                      <a:lnTo>
                        <a:pt x="0" y="6943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3" name="Google Shape;403;g311fd254064_0_756"/>
                <p:cNvSpPr/>
                <p:nvPr/>
              </p:nvSpPr>
              <p:spPr>
                <a:xfrm>
                  <a:off x="7756300" y="5170360"/>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4" name="Google Shape;404;g311fd254064_0_756"/>
                <p:cNvSpPr/>
                <p:nvPr/>
              </p:nvSpPr>
              <p:spPr>
                <a:xfrm>
                  <a:off x="7838026" y="5149690"/>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5" name="Google Shape;405;g311fd254064_0_756"/>
                <p:cNvSpPr/>
                <p:nvPr/>
              </p:nvSpPr>
              <p:spPr>
                <a:xfrm>
                  <a:off x="7880794" y="5170264"/>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6" name="Google Shape;406;g311fd254064_0_756"/>
                <p:cNvSpPr/>
                <p:nvPr/>
              </p:nvSpPr>
              <p:spPr>
                <a:xfrm>
                  <a:off x="8001952" y="5134450"/>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6"/>
                        <a:pt x="80200" y="83820"/>
                        <a:pt x="69818" y="94107"/>
                      </a:cubicBezTo>
                      <a:cubicBezTo>
                        <a:pt x="59436" y="104394"/>
                        <a:pt x="45148" y="109538"/>
                        <a:pt x="26670" y="109538"/>
                      </a:cubicBezTo>
                      <a:lnTo>
                        <a:pt x="0" y="109538"/>
                      </a:lnTo>
                      <a:close/>
                      <a:moveTo>
                        <a:pt x="10478" y="100679"/>
                      </a:moveTo>
                      <a:lnTo>
                        <a:pt x="25717" y="100679"/>
                      </a:lnTo>
                      <a:cubicBezTo>
                        <a:pt x="40576" y="100775"/>
                        <a:pt x="52388" y="96869"/>
                        <a:pt x="61150" y="88964"/>
                      </a:cubicBezTo>
                      <a:cubicBezTo>
                        <a:pt x="69913" y="81058"/>
                        <a:pt x="74390" y="69628"/>
                        <a:pt x="74390" y="54769"/>
                      </a:cubicBezTo>
                      <a:cubicBezTo>
                        <a:pt x="74390" y="40862"/>
                        <a:pt x="69913" y="29813"/>
                        <a:pt x="61055" y="21431"/>
                      </a:cubicBezTo>
                      <a:cubicBezTo>
                        <a:pt x="52197" y="13049"/>
                        <a:pt x="40386" y="8858"/>
                        <a:pt x="25717" y="8858"/>
                      </a:cubicBezTo>
                      <a:lnTo>
                        <a:pt x="10478" y="8858"/>
                      </a:lnTo>
                      <a:lnTo>
                        <a:pt x="10478" y="10067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7" name="Google Shape;407;g311fd254064_0_756"/>
                <p:cNvSpPr/>
                <p:nvPr/>
              </p:nvSpPr>
              <p:spPr>
                <a:xfrm>
                  <a:off x="8103012" y="5170264"/>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8" name="Google Shape;408;g311fd254064_0_756"/>
                <p:cNvSpPr/>
                <p:nvPr/>
              </p:nvSpPr>
              <p:spPr>
                <a:xfrm>
                  <a:off x="8182163" y="5170455"/>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3"/>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09" name="Google Shape;409;g311fd254064_0_756"/>
                <p:cNvSpPr/>
                <p:nvPr/>
              </p:nvSpPr>
              <p:spPr>
                <a:xfrm>
                  <a:off x="8254163" y="5145880"/>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0" name="Google Shape;410;g311fd254064_0_756"/>
                <p:cNvSpPr/>
                <p:nvPr/>
              </p:nvSpPr>
              <p:spPr>
                <a:xfrm>
                  <a:off x="8281891" y="5170455"/>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192" y="15050"/>
                        <a:pt x="12287" y="18193"/>
                      </a:cubicBezTo>
                      <a:cubicBezTo>
                        <a:pt x="12287" y="21050"/>
                        <a:pt x="13049" y="23241"/>
                        <a:pt x="14573" y="24860"/>
                      </a:cubicBezTo>
                      <a:cubicBezTo>
                        <a:pt x="16097" y="26479"/>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1" name="Google Shape;411;g311fd254064_0_756"/>
                <p:cNvSpPr/>
                <p:nvPr/>
              </p:nvSpPr>
              <p:spPr>
                <a:xfrm>
                  <a:off x="8344724" y="5145880"/>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2" name="Google Shape;412;g311fd254064_0_756"/>
                <p:cNvSpPr/>
                <p:nvPr/>
              </p:nvSpPr>
              <p:spPr>
                <a:xfrm>
                  <a:off x="8374665" y="5170360"/>
                  <a:ext cx="72389" cy="73533"/>
                </a:xfrm>
                <a:custGeom>
                  <a:rect b="b" l="l" r="r" t="t"/>
                  <a:pathLst>
                    <a:path extrusionOk="0" h="73533" w="72389">
                      <a:moveTo>
                        <a:pt x="36195" y="73533"/>
                      </a:moveTo>
                      <a:cubicBezTo>
                        <a:pt x="25527" y="73533"/>
                        <a:pt x="16859" y="70104"/>
                        <a:pt x="10096" y="63151"/>
                      </a:cubicBezTo>
                      <a:cubicBezTo>
                        <a:pt x="3334" y="56197"/>
                        <a:pt x="0" y="47434"/>
                        <a:pt x="0" y="36766"/>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6"/>
                      </a:cubicBezTo>
                      <a:cubicBezTo>
                        <a:pt x="72390" y="47434"/>
                        <a:pt x="68961" y="56197"/>
                        <a:pt x="62198" y="63151"/>
                      </a:cubicBezTo>
                      <a:cubicBezTo>
                        <a:pt x="55435" y="70009"/>
                        <a:pt x="46768" y="73533"/>
                        <a:pt x="36195" y="73533"/>
                      </a:cubicBezTo>
                      <a:close/>
                      <a:moveTo>
                        <a:pt x="36195" y="66008"/>
                      </a:moveTo>
                      <a:cubicBezTo>
                        <a:pt x="43434" y="66104"/>
                        <a:pt x="49721" y="63437"/>
                        <a:pt x="54864" y="57912"/>
                      </a:cubicBezTo>
                      <a:cubicBezTo>
                        <a:pt x="60007" y="52483"/>
                        <a:pt x="62579" y="45339"/>
                        <a:pt x="62579" y="36766"/>
                      </a:cubicBezTo>
                      <a:cubicBezTo>
                        <a:pt x="62579" y="28194"/>
                        <a:pt x="60007" y="21241"/>
                        <a:pt x="54864" y="15812"/>
                      </a:cubicBezTo>
                      <a:cubicBezTo>
                        <a:pt x="49721" y="10382"/>
                        <a:pt x="43434" y="7620"/>
                        <a:pt x="36195" y="7525"/>
                      </a:cubicBezTo>
                      <a:cubicBezTo>
                        <a:pt x="28861" y="7525"/>
                        <a:pt x="22574" y="10287"/>
                        <a:pt x="17431" y="15716"/>
                      </a:cubicBezTo>
                      <a:cubicBezTo>
                        <a:pt x="12287" y="21146"/>
                        <a:pt x="9715" y="28194"/>
                        <a:pt x="9715" y="36766"/>
                      </a:cubicBezTo>
                      <a:cubicBezTo>
                        <a:pt x="9620" y="45434"/>
                        <a:pt x="12192" y="52483"/>
                        <a:pt x="17335" y="57912"/>
                      </a:cubicBezTo>
                      <a:cubicBezTo>
                        <a:pt x="22574" y="63246"/>
                        <a:pt x="28861" y="66008"/>
                        <a:pt x="36195"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3" name="Google Shape;413;g311fd254064_0_756"/>
                <p:cNvSpPr/>
                <p:nvPr/>
              </p:nvSpPr>
              <p:spPr>
                <a:xfrm>
                  <a:off x="8465533" y="5173217"/>
                  <a:ext cx="54768" cy="70675"/>
                </a:xfrm>
                <a:custGeom>
                  <a:rect b="b" l="l" r="r" t="t"/>
                  <a:pathLst>
                    <a:path extrusionOk="0" h="70675" w="54768">
                      <a:moveTo>
                        <a:pt x="0" y="70676"/>
                      </a:moveTo>
                      <a:lnTo>
                        <a:pt x="0" y="2858"/>
                      </a:lnTo>
                      <a:lnTo>
                        <a:pt x="9239" y="2858"/>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9"/>
                        <a:pt x="54769" y="27242"/>
                      </a:cubicBezTo>
                      <a:lnTo>
                        <a:pt x="54769" y="70676"/>
                      </a:lnTo>
                      <a:lnTo>
                        <a:pt x="45529" y="70676"/>
                      </a:lnTo>
                      <a:lnTo>
                        <a:pt x="45529" y="28480"/>
                      </a:lnTo>
                      <a:cubicBezTo>
                        <a:pt x="45529" y="21146"/>
                        <a:pt x="44291" y="15907"/>
                        <a:pt x="41815" y="12573"/>
                      </a:cubicBezTo>
                      <a:cubicBezTo>
                        <a:pt x="39338" y="9239"/>
                        <a:pt x="35528" y="7525"/>
                        <a:pt x="30575" y="7525"/>
                      </a:cubicBezTo>
                      <a:cubicBezTo>
                        <a:pt x="24289" y="7525"/>
                        <a:pt x="19241" y="10192"/>
                        <a:pt x="15240" y="15526"/>
                      </a:cubicBezTo>
                      <a:cubicBezTo>
                        <a:pt x="11240" y="20860"/>
                        <a:pt x="9239" y="27432"/>
                        <a:pt x="9239" y="35338"/>
                      </a:cubicBezTo>
                      <a:lnTo>
                        <a:pt x="9239" y="70676"/>
                      </a:lnTo>
                      <a:lnTo>
                        <a:pt x="0" y="7067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4" name="Google Shape;414;g311fd254064_0_756"/>
                <p:cNvSpPr/>
                <p:nvPr/>
              </p:nvSpPr>
              <p:spPr>
                <a:xfrm>
                  <a:off x="8536590" y="5170455"/>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4" y="12478"/>
                        <a:pt x="12192" y="15050"/>
                        <a:pt x="12287" y="18193"/>
                      </a:cubicBezTo>
                      <a:cubicBezTo>
                        <a:pt x="12287" y="21050"/>
                        <a:pt x="13049" y="23241"/>
                        <a:pt x="14573" y="24860"/>
                      </a:cubicBezTo>
                      <a:cubicBezTo>
                        <a:pt x="16097" y="26479"/>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415" name="Google Shape;415;g311fd254064_0_756"/>
            <p:cNvGrpSpPr/>
            <p:nvPr/>
          </p:nvGrpSpPr>
          <p:grpSpPr>
            <a:xfrm>
              <a:off x="6047136" y="4363211"/>
              <a:ext cx="2535555" cy="587025"/>
              <a:chOff x="6047136" y="4363211"/>
              <a:chExt cx="2535555" cy="587025"/>
            </a:xfrm>
          </p:grpSpPr>
          <p:sp>
            <p:nvSpPr>
              <p:cNvPr id="416" name="Google Shape;416;g311fd254064_0_756"/>
              <p:cNvSpPr/>
              <p:nvPr/>
            </p:nvSpPr>
            <p:spPr>
              <a:xfrm>
                <a:off x="6047136" y="4364925"/>
                <a:ext cx="149637" cy="585216"/>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7" name="Google Shape;417;g311fd254064_0_756"/>
              <p:cNvSpPr/>
              <p:nvPr/>
            </p:nvSpPr>
            <p:spPr>
              <a:xfrm>
                <a:off x="6273164" y="4363211"/>
                <a:ext cx="202501" cy="587025"/>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829"/>
                      <a:pt x="27908" y="140779"/>
                    </a:cubicBezTo>
                    <a:cubicBezTo>
                      <a:pt x="45053" y="128206"/>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8" name="Google Shape;418;g311fd254064_0_756"/>
              <p:cNvSpPr/>
              <p:nvPr/>
            </p:nvSpPr>
            <p:spPr>
              <a:xfrm>
                <a:off x="6543769" y="4364830"/>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9"/>
                      <a:pt x="118777" y="514826"/>
                    </a:cubicBezTo>
                    <a:cubicBezTo>
                      <a:pt x="131540" y="525304"/>
                      <a:pt x="153829" y="534829"/>
                      <a:pt x="185833" y="543306"/>
                    </a:cubicBezTo>
                    <a:lnTo>
                      <a:pt x="156115" y="585407"/>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19" name="Google Shape;419;g311fd254064_0_756"/>
              <p:cNvSpPr/>
              <p:nvPr/>
            </p:nvSpPr>
            <p:spPr>
              <a:xfrm>
                <a:off x="6804849" y="4364830"/>
                <a:ext cx="175545" cy="58540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3"/>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7"/>
                    </a:lnTo>
                    <a:cubicBezTo>
                      <a:pt x="71533" y="571405"/>
                      <a:pt x="36195" y="546545"/>
                      <a:pt x="18574" y="511016"/>
                    </a:cubicBezTo>
                    <a:cubicBezTo>
                      <a:pt x="6191" y="486061"/>
                      <a:pt x="0" y="445675"/>
                      <a:pt x="0" y="389954"/>
                    </a:cubicBezTo>
                    <a:lnTo>
                      <a:pt x="0" y="64294"/>
                    </a:lnTo>
                    <a:cubicBezTo>
                      <a:pt x="0" y="46672"/>
                      <a:pt x="9334" y="31337"/>
                      <a:pt x="27908" y="18479"/>
                    </a:cubicBezTo>
                    <a:cubicBezTo>
                      <a:pt x="45053" y="6096"/>
                      <a:pt x="64294" y="0"/>
                      <a:pt x="85534" y="0"/>
                    </a:cubicBezTo>
                    <a:close/>
                    <a:moveTo>
                      <a:pt x="88011" y="50006"/>
                    </a:moveTo>
                    <a:cubicBezTo>
                      <a:pt x="65818" y="50006"/>
                      <a:pt x="54769" y="59722"/>
                      <a:pt x="54769" y="79058"/>
                    </a:cubicBezTo>
                    <a:lnTo>
                      <a:pt x="54769" y="382619"/>
                    </a:lnTo>
                    <a:cubicBezTo>
                      <a:pt x="54769" y="401955"/>
                      <a:pt x="65818" y="411671"/>
                      <a:pt x="88011" y="411671"/>
                    </a:cubicBezTo>
                    <a:cubicBezTo>
                      <a:pt x="109823" y="411671"/>
                      <a:pt x="120777" y="401955"/>
                      <a:pt x="120777" y="382619"/>
                    </a:cubicBezTo>
                    <a:lnTo>
                      <a:pt x="120777" y="79058"/>
                    </a:lnTo>
                    <a:cubicBezTo>
                      <a:pt x="120777" y="59626"/>
                      <a:pt x="109823" y="50006"/>
                      <a:pt x="88011" y="500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20" name="Google Shape;420;g311fd254064_0_756"/>
              <p:cNvSpPr/>
              <p:nvPr/>
            </p:nvSpPr>
            <p:spPr>
              <a:xfrm>
                <a:off x="7068978" y="4364830"/>
                <a:ext cx="175545" cy="585406"/>
              </a:xfrm>
              <a:custGeom>
                <a:rect b="b" l="l" r="r" t="t"/>
                <a:pathLst>
                  <a:path extrusionOk="0" h="585406" w="175545">
                    <a:moveTo>
                      <a:pt x="85535" y="0"/>
                    </a:moveTo>
                    <a:cubicBezTo>
                      <a:pt x="108395" y="0"/>
                      <a:pt x="128588" y="5810"/>
                      <a:pt x="146209" y="17336"/>
                    </a:cubicBezTo>
                    <a:cubicBezTo>
                      <a:pt x="165735" y="29718"/>
                      <a:pt x="175546" y="45529"/>
                      <a:pt x="175546" y="64675"/>
                    </a:cubicBezTo>
                    <a:lnTo>
                      <a:pt x="175546" y="585407"/>
                    </a:lnTo>
                    <a:lnTo>
                      <a:pt x="120777" y="585407"/>
                    </a:lnTo>
                    <a:lnTo>
                      <a:pt x="120777" y="79058"/>
                    </a:lnTo>
                    <a:cubicBezTo>
                      <a:pt x="120777" y="59626"/>
                      <a:pt x="109823" y="49911"/>
                      <a:pt x="88011" y="49911"/>
                    </a:cubicBezTo>
                    <a:cubicBezTo>
                      <a:pt x="65818" y="49911"/>
                      <a:pt x="54769" y="59626"/>
                      <a:pt x="54769" y="79058"/>
                    </a:cubicBezTo>
                    <a:lnTo>
                      <a:pt x="54769" y="585407"/>
                    </a:lnTo>
                    <a:lnTo>
                      <a:pt x="0" y="585407"/>
                    </a:lnTo>
                    <a:lnTo>
                      <a:pt x="0" y="64675"/>
                    </a:lnTo>
                    <a:cubicBezTo>
                      <a:pt x="0" y="46958"/>
                      <a:pt x="9335" y="31623"/>
                      <a:pt x="27908" y="18669"/>
                    </a:cubicBezTo>
                    <a:cubicBezTo>
                      <a:pt x="45053" y="6191"/>
                      <a:pt x="64294" y="0"/>
                      <a:pt x="85535"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21" name="Google Shape;421;g311fd254064_0_756"/>
              <p:cNvSpPr/>
              <p:nvPr/>
            </p:nvSpPr>
            <p:spPr>
              <a:xfrm>
                <a:off x="7336630" y="4364830"/>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9"/>
                      <a:pt x="118777" y="514826"/>
                    </a:cubicBezTo>
                    <a:cubicBezTo>
                      <a:pt x="131445" y="525304"/>
                      <a:pt x="153829" y="534829"/>
                      <a:pt x="185833" y="543306"/>
                    </a:cubicBezTo>
                    <a:lnTo>
                      <a:pt x="156115" y="585407"/>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22" name="Google Shape;422;g311fd254064_0_756"/>
              <p:cNvSpPr/>
              <p:nvPr/>
            </p:nvSpPr>
            <p:spPr>
              <a:xfrm>
                <a:off x="7597615" y="4364830"/>
                <a:ext cx="177450" cy="585311"/>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23" name="Google Shape;423;g311fd254064_0_756"/>
              <p:cNvSpPr/>
              <p:nvPr/>
            </p:nvSpPr>
            <p:spPr>
              <a:xfrm>
                <a:off x="7867935" y="4364830"/>
                <a:ext cx="60388" cy="585311"/>
              </a:xfrm>
              <a:custGeom>
                <a:rect b="b" l="l" r="r" t="t"/>
                <a:pathLst>
                  <a:path extrusionOk="0" h="585311" w="60388">
                    <a:moveTo>
                      <a:pt x="3143" y="585311"/>
                    </a:moveTo>
                    <a:lnTo>
                      <a:pt x="3143" y="115253"/>
                    </a:lnTo>
                    <a:lnTo>
                      <a:pt x="57912" y="115253"/>
                    </a:lnTo>
                    <a:lnTo>
                      <a:pt x="57912" y="585311"/>
                    </a:lnTo>
                    <a:lnTo>
                      <a:pt x="3143" y="585311"/>
                    </a:lnTo>
                    <a:close/>
                    <a:moveTo>
                      <a:pt x="0" y="30194"/>
                    </a:moveTo>
                    <a:cubicBezTo>
                      <a:pt x="0" y="46863"/>
                      <a:pt x="13526" y="60388"/>
                      <a:pt x="30194" y="60388"/>
                    </a:cubicBezTo>
                    <a:cubicBezTo>
                      <a:pt x="46863" y="60388"/>
                      <a:pt x="60388" y="46863"/>
                      <a:pt x="60388" y="30194"/>
                    </a:cubicBezTo>
                    <a:cubicBezTo>
                      <a:pt x="60388" y="13525"/>
                      <a:pt x="46863" y="0"/>
                      <a:pt x="30194" y="0"/>
                    </a:cubicBezTo>
                    <a:cubicBezTo>
                      <a:pt x="13621" y="0"/>
                      <a:pt x="0" y="13525"/>
                      <a:pt x="0" y="3019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24" name="Google Shape;424;g311fd254064_0_756"/>
              <p:cNvSpPr/>
              <p:nvPr/>
            </p:nvSpPr>
            <p:spPr>
              <a:xfrm>
                <a:off x="8018335" y="4364830"/>
                <a:ext cx="175545" cy="585216"/>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1"/>
                      <a:pt x="90392" y="457391"/>
                    </a:cubicBezTo>
                    <a:lnTo>
                      <a:pt x="85534" y="457391"/>
                    </a:lnTo>
                    <a:cubicBezTo>
                      <a:pt x="75724" y="457391"/>
                      <a:pt x="66104" y="455867"/>
                      <a:pt x="56674" y="452818"/>
                    </a:cubicBezTo>
                    <a:cubicBezTo>
                      <a:pt x="59912" y="479393"/>
                      <a:pt x="69723" y="499682"/>
                      <a:pt x="86011" y="513588"/>
                    </a:cubicBezTo>
                    <a:cubicBezTo>
                      <a:pt x="100013" y="525304"/>
                      <a:pt x="122872" y="535496"/>
                      <a:pt x="154496" y="544163"/>
                    </a:cubicBezTo>
                    <a:lnTo>
                      <a:pt x="124682" y="585216"/>
                    </a:lnTo>
                    <a:cubicBezTo>
                      <a:pt x="71533" y="571214"/>
                      <a:pt x="36195" y="546545"/>
                      <a:pt x="18574" y="511016"/>
                    </a:cubicBezTo>
                    <a:cubicBezTo>
                      <a:pt x="6191" y="486156"/>
                      <a:pt x="0" y="445865"/>
                      <a:pt x="0" y="390239"/>
                    </a:cubicBezTo>
                    <a:lnTo>
                      <a:pt x="0" y="64008"/>
                    </a:lnTo>
                    <a:cubicBezTo>
                      <a:pt x="0" y="46387"/>
                      <a:pt x="9334" y="31147"/>
                      <a:pt x="27908" y="18288"/>
                    </a:cubicBezTo>
                    <a:cubicBezTo>
                      <a:pt x="45148" y="6096"/>
                      <a:pt x="64389" y="0"/>
                      <a:pt x="85534" y="0"/>
                    </a:cubicBezTo>
                    <a:close/>
                    <a:moveTo>
                      <a:pt x="88011" y="49816"/>
                    </a:moveTo>
                    <a:cubicBezTo>
                      <a:pt x="65818" y="49816"/>
                      <a:pt x="54769" y="59436"/>
                      <a:pt x="54769" y="78772"/>
                    </a:cubicBezTo>
                    <a:lnTo>
                      <a:pt x="54769" y="383191"/>
                    </a:lnTo>
                    <a:cubicBezTo>
                      <a:pt x="54769" y="402526"/>
                      <a:pt x="65818" y="412147"/>
                      <a:pt x="88011" y="412147"/>
                    </a:cubicBezTo>
                    <a:cubicBezTo>
                      <a:pt x="109823" y="412147"/>
                      <a:pt x="120777" y="402526"/>
                      <a:pt x="120777" y="383191"/>
                    </a:cubicBezTo>
                    <a:lnTo>
                      <a:pt x="120777" y="78772"/>
                    </a:lnTo>
                    <a:cubicBezTo>
                      <a:pt x="120777" y="59531"/>
                      <a:pt x="109823" y="49816"/>
                      <a:pt x="88011" y="4981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25" name="Google Shape;425;g311fd254064_0_756"/>
              <p:cNvSpPr/>
              <p:nvPr/>
            </p:nvSpPr>
            <p:spPr>
              <a:xfrm>
                <a:off x="8282463" y="4364830"/>
                <a:ext cx="300228" cy="585311"/>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3"/>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426" name="Google Shape;426;g311fd254064_0_756"/>
            <p:cNvGrpSpPr/>
            <p:nvPr/>
          </p:nvGrpSpPr>
          <p:grpSpPr>
            <a:xfrm>
              <a:off x="6751891" y="3202399"/>
              <a:ext cx="1126140" cy="880491"/>
              <a:chOff x="6751891" y="3202399"/>
              <a:chExt cx="1126140" cy="880491"/>
            </a:xfrm>
          </p:grpSpPr>
          <p:grpSp>
            <p:nvGrpSpPr>
              <p:cNvPr id="427" name="Google Shape;427;g311fd254064_0_756"/>
              <p:cNvGrpSpPr/>
              <p:nvPr/>
            </p:nvGrpSpPr>
            <p:grpSpPr>
              <a:xfrm>
                <a:off x="6751891" y="3202399"/>
                <a:ext cx="1126140" cy="880205"/>
                <a:chOff x="6751891" y="3202399"/>
                <a:chExt cx="1126140" cy="880205"/>
              </a:xfrm>
            </p:grpSpPr>
            <p:grpSp>
              <p:nvGrpSpPr>
                <p:cNvPr id="428" name="Google Shape;428;g311fd254064_0_756"/>
                <p:cNvGrpSpPr/>
                <p:nvPr/>
              </p:nvGrpSpPr>
              <p:grpSpPr>
                <a:xfrm>
                  <a:off x="7314532" y="3202399"/>
                  <a:ext cx="563499" cy="627126"/>
                  <a:chOff x="7314532" y="3202399"/>
                  <a:chExt cx="563499" cy="627126"/>
                </a:xfrm>
              </p:grpSpPr>
              <p:sp>
                <p:nvSpPr>
                  <p:cNvPr id="429" name="Google Shape;429;g311fd254064_0_756"/>
                  <p:cNvSpPr/>
                  <p:nvPr/>
                </p:nvSpPr>
                <p:spPr>
                  <a:xfrm>
                    <a:off x="7314532" y="3504247"/>
                    <a:ext cx="499681" cy="325278"/>
                  </a:xfrm>
                  <a:custGeom>
                    <a:rect b="b" l="l" r="r" t="t"/>
                    <a:pathLst>
                      <a:path extrusionOk="0" h="325278" w="499681">
                        <a:moveTo>
                          <a:pt x="499682" y="162306"/>
                        </a:moveTo>
                        <a:lnTo>
                          <a:pt x="0" y="0"/>
                        </a:lnTo>
                        <a:lnTo>
                          <a:pt x="0" y="177641"/>
                        </a:lnTo>
                        <a:lnTo>
                          <a:pt x="454343" y="32527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30" name="Google Shape;430;g311fd254064_0_756"/>
                  <p:cNvSpPr/>
                  <p:nvPr/>
                </p:nvSpPr>
                <p:spPr>
                  <a:xfrm>
                    <a:off x="7314532" y="3202399"/>
                    <a:ext cx="563499" cy="369093"/>
                  </a:xfrm>
                  <a:custGeom>
                    <a:rect b="b" l="l" r="r" t="t"/>
                    <a:pathLst>
                      <a:path extrusionOk="0" h="369093" w="563499">
                        <a:moveTo>
                          <a:pt x="563499" y="181546"/>
                        </a:moveTo>
                        <a:lnTo>
                          <a:pt x="493490" y="369094"/>
                        </a:lnTo>
                        <a:lnTo>
                          <a:pt x="303371" y="308705"/>
                        </a:lnTo>
                        <a:lnTo>
                          <a:pt x="0" y="208979"/>
                        </a:lnTo>
                        <a:lnTo>
                          <a:pt x="0"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sp>
              <p:nvSpPr>
                <p:cNvPr id="431" name="Google Shape;431;g311fd254064_0_756"/>
                <p:cNvSpPr/>
                <p:nvPr/>
              </p:nvSpPr>
              <p:spPr>
                <a:xfrm>
                  <a:off x="6816756" y="3633977"/>
                  <a:ext cx="317754" cy="139350"/>
                </a:xfrm>
                <a:custGeom>
                  <a:rect b="b" l="l" r="r" t="t"/>
                  <a:pathLst>
                    <a:path extrusionOk="0" h="139350" w="317754">
                      <a:moveTo>
                        <a:pt x="317754" y="106680"/>
                      </a:moveTo>
                      <a:lnTo>
                        <a:pt x="217551" y="139351"/>
                      </a:lnTo>
                      <a:lnTo>
                        <a:pt x="0" y="32671"/>
                      </a:lnTo>
                      <a:lnTo>
                        <a:pt x="100584" y="0"/>
                      </a:lnTo>
                      <a:close/>
                    </a:path>
                  </a:pathLst>
                </a:custGeom>
                <a:solidFill>
                  <a:srgbClr val="FFFFFF">
                    <a:alpha val="4157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32" name="Google Shape;432;g311fd254064_0_756"/>
                <p:cNvSpPr/>
                <p:nvPr/>
              </p:nvSpPr>
              <p:spPr>
                <a:xfrm>
                  <a:off x="7124032" y="3504723"/>
                  <a:ext cx="190595" cy="155447"/>
                </a:xfrm>
                <a:custGeom>
                  <a:rect b="b" l="l" r="r" t="t"/>
                  <a:pathLst>
                    <a:path extrusionOk="0" h="155447" w="190595">
                      <a:moveTo>
                        <a:pt x="190595" y="0"/>
                      </a:moveTo>
                      <a:lnTo>
                        <a:pt x="190595" y="155448"/>
                      </a:lnTo>
                      <a:lnTo>
                        <a:pt x="0" y="61913"/>
                      </a:lnTo>
                      <a:close/>
                    </a:path>
                  </a:pathLst>
                </a:custGeom>
                <a:solidFill>
                  <a:srgbClr val="FFFFFF">
                    <a:alpha val="4157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33" name="Google Shape;433;g311fd254064_0_756"/>
                <p:cNvSpPr/>
                <p:nvPr/>
              </p:nvSpPr>
              <p:spPr>
                <a:xfrm>
                  <a:off x="6815708" y="3667029"/>
                  <a:ext cx="498824" cy="415575"/>
                </a:xfrm>
                <a:custGeom>
                  <a:rect b="b" l="l" r="r" t="t"/>
                  <a:pathLst>
                    <a:path extrusionOk="0" h="415575" w="498824">
                      <a:moveTo>
                        <a:pt x="498824" y="245173"/>
                      </a:moveTo>
                      <a:lnTo>
                        <a:pt x="498824" y="415576"/>
                      </a:lnTo>
                      <a:lnTo>
                        <a:pt x="44863" y="192215"/>
                      </a:lnTo>
                      <a:lnTo>
                        <a:pt x="0" y="0"/>
                      </a:lnTo>
                      <a:close/>
                    </a:path>
                  </a:pathLst>
                </a:custGeom>
                <a:solidFill>
                  <a:srgbClr val="FFFFFF">
                    <a:alpha val="7451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34" name="Google Shape;434;g311fd254064_0_756"/>
                <p:cNvSpPr/>
                <p:nvPr/>
              </p:nvSpPr>
              <p:spPr>
                <a:xfrm>
                  <a:off x="6751891" y="3384422"/>
                  <a:ext cx="562832" cy="445865"/>
                </a:xfrm>
                <a:custGeom>
                  <a:rect b="b" l="l" r="r" t="t"/>
                  <a:pathLst>
                    <a:path extrusionOk="0" h="445865" w="562832">
                      <a:moveTo>
                        <a:pt x="0" y="0"/>
                      </a:moveTo>
                      <a:lnTo>
                        <a:pt x="44577" y="190881"/>
                      </a:lnTo>
                      <a:lnTo>
                        <a:pt x="562832" y="445865"/>
                      </a:lnTo>
                      <a:lnTo>
                        <a:pt x="562832" y="275654"/>
                      </a:lnTo>
                      <a:lnTo>
                        <a:pt x="259842" y="127254"/>
                      </a:lnTo>
                      <a:close/>
                    </a:path>
                  </a:pathLst>
                </a:custGeom>
                <a:solidFill>
                  <a:srgbClr val="FFFFFF">
                    <a:alpha val="7451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35" name="Google Shape;435;g311fd254064_0_756"/>
                <p:cNvSpPr/>
                <p:nvPr/>
              </p:nvSpPr>
              <p:spPr>
                <a:xfrm>
                  <a:off x="6752176" y="3202780"/>
                  <a:ext cx="562451" cy="308800"/>
                </a:xfrm>
                <a:custGeom>
                  <a:rect b="b" l="l" r="r" t="t"/>
                  <a:pathLst>
                    <a:path extrusionOk="0" h="308800" w="562451">
                      <a:moveTo>
                        <a:pt x="562451" y="0"/>
                      </a:moveTo>
                      <a:lnTo>
                        <a:pt x="562451" y="208979"/>
                      </a:lnTo>
                      <a:lnTo>
                        <a:pt x="259556" y="308800"/>
                      </a:lnTo>
                      <a:lnTo>
                        <a:pt x="0" y="181737"/>
                      </a:lnTo>
                      <a:lnTo>
                        <a:pt x="0" y="181546"/>
                      </a:lnTo>
                      <a:close/>
                    </a:path>
                  </a:pathLst>
                </a:custGeom>
                <a:solidFill>
                  <a:srgbClr val="FFFFFF">
                    <a:alpha val="4157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436" name="Google Shape;436;g311fd254064_0_756"/>
              <p:cNvGrpSpPr/>
              <p:nvPr/>
            </p:nvGrpSpPr>
            <p:grpSpPr>
              <a:xfrm>
                <a:off x="7314532" y="3383470"/>
                <a:ext cx="563499" cy="699420"/>
                <a:chOff x="7314532" y="3383470"/>
                <a:chExt cx="563499" cy="699420"/>
              </a:xfrm>
            </p:grpSpPr>
            <p:sp>
              <p:nvSpPr>
                <p:cNvPr id="437" name="Google Shape;437;g311fd254064_0_756"/>
                <p:cNvSpPr/>
                <p:nvPr/>
              </p:nvSpPr>
              <p:spPr>
                <a:xfrm>
                  <a:off x="7314532" y="3666648"/>
                  <a:ext cx="499681" cy="416242"/>
                </a:xfrm>
                <a:custGeom>
                  <a:rect b="b" l="l" r="r" t="t"/>
                  <a:pathLst>
                    <a:path extrusionOk="0" h="416242" w="499681">
                      <a:moveTo>
                        <a:pt x="0" y="245554"/>
                      </a:moveTo>
                      <a:lnTo>
                        <a:pt x="0" y="416242"/>
                      </a:lnTo>
                      <a:lnTo>
                        <a:pt x="454819" y="192500"/>
                      </a:lnTo>
                      <a:lnTo>
                        <a:pt x="499682"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38" name="Google Shape;438;g311fd254064_0_756"/>
                <p:cNvSpPr/>
                <p:nvPr/>
              </p:nvSpPr>
              <p:spPr>
                <a:xfrm>
                  <a:off x="7314532" y="3383470"/>
                  <a:ext cx="563499" cy="446341"/>
                </a:xfrm>
                <a:custGeom>
                  <a:rect b="b" l="l" r="r" t="t"/>
                  <a:pathLst>
                    <a:path extrusionOk="0" h="446341" w="563499">
                      <a:moveTo>
                        <a:pt x="563499" y="0"/>
                      </a:moveTo>
                      <a:lnTo>
                        <a:pt x="518827" y="191167"/>
                      </a:lnTo>
                      <a:lnTo>
                        <a:pt x="0" y="446342"/>
                      </a:lnTo>
                      <a:lnTo>
                        <a:pt x="0" y="275939"/>
                      </a:lnTo>
                      <a:lnTo>
                        <a:pt x="303371" y="12744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pic>
        <p:nvPicPr>
          <p:cNvPr descr="A blue and black logo&#10;&#10;Description automatically generated" id="439" name="Google Shape;439;g311fd254064_0_756"/>
          <p:cNvPicPr preferRelativeResize="0"/>
          <p:nvPr/>
        </p:nvPicPr>
        <p:blipFill rotWithShape="1">
          <a:blip r:embed="rId3">
            <a:alphaModFix amt="16000"/>
          </a:blip>
          <a:srcRect b="0" l="0" r="0" t="0"/>
          <a:stretch/>
        </p:blipFill>
        <p:spPr>
          <a:xfrm>
            <a:off x="12104402" y="4383877"/>
            <a:ext cx="2525998" cy="2598636"/>
          </a:xfrm>
          <a:prstGeom prst="rect">
            <a:avLst/>
          </a:prstGeom>
          <a:noFill/>
          <a:ln>
            <a:noFill/>
          </a:ln>
        </p:spPr>
      </p:pic>
    </p:spTree>
  </p:cSld>
  <p:clrMapOvr>
    <a:masterClrMapping/>
  </p:clrMapOvr>
  <p:extLst>
    <p:ext uri="{DCECCB84-F9BA-43D5-87BE-67443E8EF086}">
      <p15:sldGuideLst>
        <p15:guide id="1" orient="horz" pos="2592">
          <p15:clr>
            <a:srgbClr val="FBAE40"/>
          </p15:clr>
        </p15:guide>
        <p15:guide id="2" pos="460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Blank">
  <p:cSld name="8_Blank">
    <p:spTree>
      <p:nvGrpSpPr>
        <p:cNvPr id="440" name="Shape 440"/>
        <p:cNvGrpSpPr/>
        <p:nvPr/>
      </p:nvGrpSpPr>
      <p:grpSpPr>
        <a:xfrm>
          <a:off x="0" y="0"/>
          <a:ext cx="0" cy="0"/>
          <a:chOff x="0" y="0"/>
          <a:chExt cx="0" cy="0"/>
        </a:xfrm>
      </p:grpSpPr>
      <p:sp>
        <p:nvSpPr>
          <p:cNvPr id="441" name="Google Shape;441;g311fd254064_0_824"/>
          <p:cNvSpPr/>
          <p:nvPr/>
        </p:nvSpPr>
        <p:spPr>
          <a:xfrm>
            <a:off x="0" y="0"/>
            <a:ext cx="14630400" cy="3574415"/>
          </a:xfrm>
          <a:custGeom>
            <a:rect b="b" l="l" r="r" t="t"/>
            <a:pathLst>
              <a:path extrusionOk="0" h="3574415" w="14630400">
                <a:moveTo>
                  <a:pt x="14630400" y="0"/>
                </a:moveTo>
                <a:lnTo>
                  <a:pt x="0" y="0"/>
                </a:lnTo>
                <a:lnTo>
                  <a:pt x="0" y="3573792"/>
                </a:lnTo>
                <a:lnTo>
                  <a:pt x="14630400" y="3573792"/>
                </a:lnTo>
                <a:lnTo>
                  <a:pt x="14630400" y="0"/>
                </a:lnTo>
                <a:close/>
              </a:path>
            </a:pathLst>
          </a:custGeom>
          <a:solidFill>
            <a:srgbClr val="1C5AA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442" name="Google Shape;442;g311fd254064_0_824"/>
          <p:cNvGrpSpPr/>
          <p:nvPr/>
        </p:nvGrpSpPr>
        <p:grpSpPr>
          <a:xfrm>
            <a:off x="10553023" y="617979"/>
            <a:ext cx="2830248" cy="2312915"/>
            <a:chOff x="6045516" y="3202399"/>
            <a:chExt cx="2538794" cy="2074735"/>
          </a:xfrm>
        </p:grpSpPr>
        <p:grpSp>
          <p:nvGrpSpPr>
            <p:cNvPr id="443" name="Google Shape;443;g311fd254064_0_824"/>
            <p:cNvGrpSpPr/>
            <p:nvPr/>
          </p:nvGrpSpPr>
          <p:grpSpPr>
            <a:xfrm>
              <a:off x="6045516" y="5127211"/>
              <a:ext cx="2538794" cy="149923"/>
              <a:chOff x="6045516" y="5127211"/>
              <a:chExt cx="2538794" cy="149923"/>
            </a:xfrm>
          </p:grpSpPr>
          <p:sp>
            <p:nvSpPr>
              <p:cNvPr id="444" name="Google Shape;444;g311fd254064_0_824"/>
              <p:cNvSpPr/>
              <p:nvPr/>
            </p:nvSpPr>
            <p:spPr>
              <a:xfrm>
                <a:off x="7295196" y="5186170"/>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337"/>
                      <a:pt x="24671" y="32100"/>
                      <a:pt x="15812" y="3190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445" name="Google Shape;445;g311fd254064_0_824"/>
              <p:cNvGrpSpPr/>
              <p:nvPr/>
            </p:nvGrpSpPr>
            <p:grpSpPr>
              <a:xfrm>
                <a:off x="6045516" y="5127211"/>
                <a:ext cx="1184624" cy="149923"/>
                <a:chOff x="6045516" y="5127211"/>
                <a:chExt cx="1184624" cy="149923"/>
              </a:xfrm>
            </p:grpSpPr>
            <p:sp>
              <p:nvSpPr>
                <p:cNvPr id="446" name="Google Shape;446;g311fd254064_0_824"/>
                <p:cNvSpPr/>
                <p:nvPr/>
              </p:nvSpPr>
              <p:spPr>
                <a:xfrm>
                  <a:off x="6045516" y="5129497"/>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47" name="Google Shape;447;g311fd254064_0_824"/>
                <p:cNvSpPr/>
                <p:nvPr/>
              </p:nvSpPr>
              <p:spPr>
                <a:xfrm>
                  <a:off x="6151052" y="5171503"/>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48" name="Google Shape;448;g311fd254064_0_824"/>
                <p:cNvSpPr/>
                <p:nvPr/>
              </p:nvSpPr>
              <p:spPr>
                <a:xfrm>
                  <a:off x="6216871" y="5147880"/>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49" name="Google Shape;449;g311fd254064_0_824"/>
                <p:cNvSpPr/>
                <p:nvPr/>
              </p:nvSpPr>
              <p:spPr>
                <a:xfrm>
                  <a:off x="6261630" y="5144070"/>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0" name="Google Shape;450;g311fd254064_0_824"/>
                <p:cNvSpPr/>
                <p:nvPr/>
              </p:nvSpPr>
              <p:spPr>
                <a:xfrm>
                  <a:off x="6291642" y="5171407"/>
                  <a:ext cx="72580" cy="73533"/>
                </a:xfrm>
                <a:custGeom>
                  <a:rect b="b" l="l" r="r" t="t"/>
                  <a:pathLst>
                    <a:path extrusionOk="0" h="73533" w="72580">
                      <a:moveTo>
                        <a:pt x="36290" y="73533"/>
                      </a:moveTo>
                      <a:cubicBezTo>
                        <a:pt x="25622" y="73533"/>
                        <a:pt x="16955" y="70104"/>
                        <a:pt x="10192" y="63151"/>
                      </a:cubicBezTo>
                      <a:cubicBezTo>
                        <a:pt x="3429" y="56197"/>
                        <a:pt x="0" y="47435"/>
                        <a:pt x="0" y="36767"/>
                      </a:cubicBezTo>
                      <a:cubicBezTo>
                        <a:pt x="0" y="26194"/>
                        <a:pt x="3429" y="17526"/>
                        <a:pt x="10192" y="10478"/>
                      </a:cubicBezTo>
                      <a:cubicBezTo>
                        <a:pt x="16955" y="3524"/>
                        <a:pt x="25718" y="0"/>
                        <a:pt x="36290" y="0"/>
                      </a:cubicBezTo>
                      <a:cubicBezTo>
                        <a:pt x="46863" y="0"/>
                        <a:pt x="55531" y="3524"/>
                        <a:pt x="62389" y="10478"/>
                      </a:cubicBezTo>
                      <a:cubicBezTo>
                        <a:pt x="69247" y="17431"/>
                        <a:pt x="72581" y="26194"/>
                        <a:pt x="72581" y="36767"/>
                      </a:cubicBezTo>
                      <a:cubicBezTo>
                        <a:pt x="72581" y="47435"/>
                        <a:pt x="69152" y="56197"/>
                        <a:pt x="62389" y="63151"/>
                      </a:cubicBezTo>
                      <a:cubicBezTo>
                        <a:pt x="55531" y="70009"/>
                        <a:pt x="46863" y="73533"/>
                        <a:pt x="36290" y="73533"/>
                      </a:cubicBezTo>
                      <a:close/>
                      <a:moveTo>
                        <a:pt x="36290" y="66008"/>
                      </a:moveTo>
                      <a:cubicBezTo>
                        <a:pt x="43529" y="66104"/>
                        <a:pt x="49816" y="63437"/>
                        <a:pt x="54959" y="57912"/>
                      </a:cubicBezTo>
                      <a:cubicBezTo>
                        <a:pt x="60103" y="52483"/>
                        <a:pt x="62770" y="45339"/>
                        <a:pt x="62770" y="36767"/>
                      </a:cubicBezTo>
                      <a:cubicBezTo>
                        <a:pt x="62770" y="28194"/>
                        <a:pt x="60198" y="21241"/>
                        <a:pt x="54959" y="15812"/>
                      </a:cubicBezTo>
                      <a:cubicBezTo>
                        <a:pt x="49816" y="10382"/>
                        <a:pt x="43529" y="7620"/>
                        <a:pt x="36290" y="7525"/>
                      </a:cubicBezTo>
                      <a:cubicBezTo>
                        <a:pt x="28861" y="7525"/>
                        <a:pt x="22670" y="10287"/>
                        <a:pt x="17526" y="15716"/>
                      </a:cubicBezTo>
                      <a:cubicBezTo>
                        <a:pt x="12383" y="21146"/>
                        <a:pt x="9811" y="28194"/>
                        <a:pt x="9811" y="36767"/>
                      </a:cubicBezTo>
                      <a:cubicBezTo>
                        <a:pt x="9716" y="45434"/>
                        <a:pt x="12287" y="52483"/>
                        <a:pt x="17431" y="57912"/>
                      </a:cubicBezTo>
                      <a:cubicBezTo>
                        <a:pt x="22574" y="63246"/>
                        <a:pt x="28861" y="66008"/>
                        <a:pt x="36290"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1" name="Google Shape;451;g311fd254064_0_824"/>
                <p:cNvSpPr/>
                <p:nvPr/>
              </p:nvSpPr>
              <p:spPr>
                <a:xfrm>
                  <a:off x="6382702" y="5171407"/>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2" name="Google Shape;452;g311fd254064_0_824"/>
                <p:cNvSpPr/>
                <p:nvPr/>
              </p:nvSpPr>
              <p:spPr>
                <a:xfrm>
                  <a:off x="6456137" y="5171407"/>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3" name="Google Shape;453;g311fd254064_0_824"/>
                <p:cNvSpPr/>
                <p:nvPr/>
              </p:nvSpPr>
              <p:spPr>
                <a:xfrm>
                  <a:off x="6546722" y="5127211"/>
                  <a:ext cx="68008" cy="117728"/>
                </a:xfrm>
                <a:custGeom>
                  <a:rect b="b" l="l" r="r" t="t"/>
                  <a:pathLst>
                    <a:path extrusionOk="0" h="117728"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3"/>
                        <a:pt x="58674" y="107251"/>
                      </a:cubicBezTo>
                      <a:cubicBezTo>
                        <a:pt x="52388" y="114109"/>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204"/>
                      </a:moveTo>
                      <a:cubicBezTo>
                        <a:pt x="41338" y="110204"/>
                        <a:pt x="47149" y="107442"/>
                        <a:pt x="51625" y="102013"/>
                      </a:cubicBezTo>
                      <a:cubicBezTo>
                        <a:pt x="56007" y="96583"/>
                        <a:pt x="58198" y="89535"/>
                        <a:pt x="58198" y="80963"/>
                      </a:cubicBezTo>
                      <a:cubicBezTo>
                        <a:pt x="58102" y="72199"/>
                        <a:pt x="55721" y="65151"/>
                        <a:pt x="51149" y="59817"/>
                      </a:cubicBezTo>
                      <a:cubicBezTo>
                        <a:pt x="46577" y="54483"/>
                        <a:pt x="40386" y="51721"/>
                        <a:pt x="32671" y="51721"/>
                      </a:cubicBezTo>
                      <a:cubicBezTo>
                        <a:pt x="25622" y="51721"/>
                        <a:pt x="19812" y="54578"/>
                        <a:pt x="15335" y="60198"/>
                      </a:cubicBezTo>
                      <a:cubicBezTo>
                        <a:pt x="10858" y="65913"/>
                        <a:pt x="8668" y="72771"/>
                        <a:pt x="8668" y="80963"/>
                      </a:cubicBezTo>
                      <a:cubicBezTo>
                        <a:pt x="8668" y="90011"/>
                        <a:pt x="11144" y="97155"/>
                        <a:pt x="16097" y="102394"/>
                      </a:cubicBezTo>
                      <a:cubicBezTo>
                        <a:pt x="21050" y="107632"/>
                        <a:pt x="26860" y="110204"/>
                        <a:pt x="33909" y="11020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4" name="Google Shape;454;g311fd254064_0_824"/>
                <p:cNvSpPr/>
                <p:nvPr/>
              </p:nvSpPr>
              <p:spPr>
                <a:xfrm>
                  <a:off x="6633209" y="5127211"/>
                  <a:ext cx="9239" cy="114871"/>
                </a:xfrm>
                <a:custGeom>
                  <a:rect b="b" l="l" r="r" t="t"/>
                  <a:pathLst>
                    <a:path extrusionOk="0" h="114871" w="9239">
                      <a:moveTo>
                        <a:pt x="0" y="114871"/>
                      </a:moveTo>
                      <a:lnTo>
                        <a:pt x="0" y="0"/>
                      </a:lnTo>
                      <a:lnTo>
                        <a:pt x="9239" y="0"/>
                      </a:lnTo>
                      <a:lnTo>
                        <a:pt x="9239" y="114871"/>
                      </a:lnTo>
                      <a:lnTo>
                        <a:pt x="0" y="11487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5" name="Google Shape;455;g311fd254064_0_824"/>
                <p:cNvSpPr/>
                <p:nvPr/>
              </p:nvSpPr>
              <p:spPr>
                <a:xfrm>
                  <a:off x="6660832" y="5171312"/>
                  <a:ext cx="65055" cy="73533"/>
                </a:xfrm>
                <a:custGeom>
                  <a:rect b="b" l="l" r="r" t="t"/>
                  <a:pathLst>
                    <a:path extrusionOk="0" h="73533" w="65055">
                      <a:moveTo>
                        <a:pt x="58007" y="49339"/>
                      </a:moveTo>
                      <a:lnTo>
                        <a:pt x="65056" y="52959"/>
                      </a:lnTo>
                      <a:cubicBezTo>
                        <a:pt x="61627" y="59912"/>
                        <a:pt x="57341" y="65151"/>
                        <a:pt x="52102" y="68484"/>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3"/>
                        <a:pt x="34290" y="66103"/>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6" name="Google Shape;456;g311fd254064_0_824"/>
                <p:cNvSpPr/>
                <p:nvPr/>
              </p:nvSpPr>
              <p:spPr>
                <a:xfrm>
                  <a:off x="6782370" y="5132640"/>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7" name="Google Shape;457;g311fd254064_0_824"/>
                <p:cNvSpPr/>
                <p:nvPr/>
              </p:nvSpPr>
              <p:spPr>
                <a:xfrm>
                  <a:off x="6817708" y="5171407"/>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8" name="Google Shape;458;g311fd254064_0_824"/>
                <p:cNvSpPr/>
                <p:nvPr/>
              </p:nvSpPr>
              <p:spPr>
                <a:xfrm>
                  <a:off x="6888955" y="5171503"/>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59" name="Google Shape;459;g311fd254064_0_824"/>
                <p:cNvSpPr/>
                <p:nvPr/>
              </p:nvSpPr>
              <p:spPr>
                <a:xfrm>
                  <a:off x="6951811" y="5144070"/>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0" name="Google Shape;460;g311fd254064_0_824"/>
                <p:cNvSpPr/>
                <p:nvPr/>
              </p:nvSpPr>
              <p:spPr>
                <a:xfrm>
                  <a:off x="6982015" y="5171407"/>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1" name="Google Shape;461;g311fd254064_0_824"/>
                <p:cNvSpPr/>
                <p:nvPr/>
              </p:nvSpPr>
              <p:spPr>
                <a:xfrm>
                  <a:off x="7072597" y="5127211"/>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2" name="Google Shape;462;g311fd254064_0_824"/>
                <p:cNvSpPr/>
                <p:nvPr/>
              </p:nvSpPr>
              <p:spPr>
                <a:xfrm>
                  <a:off x="7141653" y="5147880"/>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3" name="Google Shape;463;g311fd254064_0_824"/>
                <p:cNvSpPr/>
                <p:nvPr/>
              </p:nvSpPr>
              <p:spPr>
                <a:xfrm>
                  <a:off x="7182230" y="5171503"/>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464" name="Google Shape;464;g311fd254064_0_824"/>
              <p:cNvGrpSpPr/>
              <p:nvPr/>
            </p:nvGrpSpPr>
            <p:grpSpPr>
              <a:xfrm>
                <a:off x="7382445" y="5131307"/>
                <a:ext cx="1201865" cy="112680"/>
                <a:chOff x="7382445" y="5131307"/>
                <a:chExt cx="1201865" cy="112680"/>
              </a:xfrm>
            </p:grpSpPr>
            <p:sp>
              <p:nvSpPr>
                <p:cNvPr id="465" name="Google Shape;465;g311fd254064_0_824"/>
                <p:cNvSpPr/>
                <p:nvPr/>
              </p:nvSpPr>
              <p:spPr>
                <a:xfrm>
                  <a:off x="7382445" y="5131307"/>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04"/>
                      </a:moveTo>
                      <a:lnTo>
                        <a:pt x="67151" y="68104"/>
                      </a:lnTo>
                      <a:lnTo>
                        <a:pt x="48196" y="23431"/>
                      </a:lnTo>
                      <a:lnTo>
                        <a:pt x="29242" y="6810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6" name="Google Shape;466;g311fd254064_0_824"/>
                <p:cNvSpPr/>
                <p:nvPr/>
              </p:nvSpPr>
              <p:spPr>
                <a:xfrm>
                  <a:off x="7487790" y="5170455"/>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3"/>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7" name="Google Shape;467;g311fd254064_0_824"/>
                <p:cNvSpPr/>
                <p:nvPr/>
              </p:nvSpPr>
              <p:spPr>
                <a:xfrm>
                  <a:off x="7557894" y="5170455"/>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3"/>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8" name="Google Shape;468;g311fd254064_0_824"/>
                <p:cNvSpPr/>
                <p:nvPr/>
              </p:nvSpPr>
              <p:spPr>
                <a:xfrm>
                  <a:off x="7632379" y="5173217"/>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69" name="Google Shape;469;g311fd254064_0_824"/>
                <p:cNvSpPr/>
                <p:nvPr/>
              </p:nvSpPr>
              <p:spPr>
                <a:xfrm>
                  <a:off x="7710487" y="5174455"/>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0"/>
                        <a:pt x="32861" y="476"/>
                      </a:cubicBezTo>
                      <a:cubicBezTo>
                        <a:pt x="34290" y="762"/>
                        <a:pt x="35623" y="1143"/>
                        <a:pt x="36957" y="1524"/>
                      </a:cubicBezTo>
                      <a:lnTo>
                        <a:pt x="34195" y="10287"/>
                      </a:lnTo>
                      <a:cubicBezTo>
                        <a:pt x="33147" y="9811"/>
                        <a:pt x="32099" y="9335"/>
                        <a:pt x="31052" y="9049"/>
                      </a:cubicBezTo>
                      <a:cubicBezTo>
                        <a:pt x="30004" y="8763"/>
                        <a:pt x="28861" y="8572"/>
                        <a:pt x="27622" y="8572"/>
                      </a:cubicBezTo>
                      <a:cubicBezTo>
                        <a:pt x="23146" y="8572"/>
                        <a:pt x="18955" y="11335"/>
                        <a:pt x="15145" y="16859"/>
                      </a:cubicBezTo>
                      <a:cubicBezTo>
                        <a:pt x="11335" y="22384"/>
                        <a:pt x="9430" y="28194"/>
                        <a:pt x="9430" y="34385"/>
                      </a:cubicBezTo>
                      <a:lnTo>
                        <a:pt x="9430" y="69437"/>
                      </a:lnTo>
                      <a:lnTo>
                        <a:pt x="0" y="69437"/>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0" name="Google Shape;470;g311fd254064_0_824"/>
                <p:cNvSpPr/>
                <p:nvPr/>
              </p:nvSpPr>
              <p:spPr>
                <a:xfrm>
                  <a:off x="7756300" y="5170360"/>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1" name="Google Shape;471;g311fd254064_0_824"/>
                <p:cNvSpPr/>
                <p:nvPr/>
              </p:nvSpPr>
              <p:spPr>
                <a:xfrm>
                  <a:off x="7838026" y="5149690"/>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2" name="Google Shape;472;g311fd254064_0_824"/>
                <p:cNvSpPr/>
                <p:nvPr/>
              </p:nvSpPr>
              <p:spPr>
                <a:xfrm>
                  <a:off x="7880794" y="5170264"/>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3" name="Google Shape;473;g311fd254064_0_824"/>
                <p:cNvSpPr/>
                <p:nvPr/>
              </p:nvSpPr>
              <p:spPr>
                <a:xfrm>
                  <a:off x="8001952" y="5134450"/>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6"/>
                        <a:pt x="80200" y="83820"/>
                        <a:pt x="69818" y="94107"/>
                      </a:cubicBezTo>
                      <a:cubicBezTo>
                        <a:pt x="59436" y="104394"/>
                        <a:pt x="45148" y="109538"/>
                        <a:pt x="26670" y="109538"/>
                      </a:cubicBezTo>
                      <a:lnTo>
                        <a:pt x="0" y="109538"/>
                      </a:lnTo>
                      <a:close/>
                      <a:moveTo>
                        <a:pt x="10478" y="100679"/>
                      </a:moveTo>
                      <a:lnTo>
                        <a:pt x="25717" y="100679"/>
                      </a:lnTo>
                      <a:cubicBezTo>
                        <a:pt x="40576" y="100775"/>
                        <a:pt x="52388" y="96869"/>
                        <a:pt x="61150" y="88964"/>
                      </a:cubicBezTo>
                      <a:cubicBezTo>
                        <a:pt x="69913" y="81058"/>
                        <a:pt x="74390" y="69628"/>
                        <a:pt x="74390" y="54769"/>
                      </a:cubicBezTo>
                      <a:cubicBezTo>
                        <a:pt x="74390" y="40862"/>
                        <a:pt x="69913" y="29813"/>
                        <a:pt x="61055" y="21431"/>
                      </a:cubicBezTo>
                      <a:cubicBezTo>
                        <a:pt x="52197" y="13049"/>
                        <a:pt x="40386" y="8858"/>
                        <a:pt x="25717" y="8858"/>
                      </a:cubicBezTo>
                      <a:lnTo>
                        <a:pt x="10478" y="8858"/>
                      </a:lnTo>
                      <a:lnTo>
                        <a:pt x="10478" y="10067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4" name="Google Shape;474;g311fd254064_0_824"/>
                <p:cNvSpPr/>
                <p:nvPr/>
              </p:nvSpPr>
              <p:spPr>
                <a:xfrm>
                  <a:off x="8103012" y="5170264"/>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5" name="Google Shape;475;g311fd254064_0_824"/>
                <p:cNvSpPr/>
                <p:nvPr/>
              </p:nvSpPr>
              <p:spPr>
                <a:xfrm>
                  <a:off x="8182163" y="5170455"/>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3"/>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6" name="Google Shape;476;g311fd254064_0_824"/>
                <p:cNvSpPr/>
                <p:nvPr/>
              </p:nvSpPr>
              <p:spPr>
                <a:xfrm>
                  <a:off x="8254163" y="5145880"/>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7" name="Google Shape;477;g311fd254064_0_824"/>
                <p:cNvSpPr/>
                <p:nvPr/>
              </p:nvSpPr>
              <p:spPr>
                <a:xfrm>
                  <a:off x="8281891" y="5170455"/>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192" y="15050"/>
                        <a:pt x="12287" y="18193"/>
                      </a:cubicBezTo>
                      <a:cubicBezTo>
                        <a:pt x="12287" y="21050"/>
                        <a:pt x="13049" y="23241"/>
                        <a:pt x="14573" y="24860"/>
                      </a:cubicBezTo>
                      <a:cubicBezTo>
                        <a:pt x="16097" y="26479"/>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8" name="Google Shape;478;g311fd254064_0_824"/>
                <p:cNvSpPr/>
                <p:nvPr/>
              </p:nvSpPr>
              <p:spPr>
                <a:xfrm>
                  <a:off x="8344724" y="5145880"/>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79" name="Google Shape;479;g311fd254064_0_824"/>
                <p:cNvSpPr/>
                <p:nvPr/>
              </p:nvSpPr>
              <p:spPr>
                <a:xfrm>
                  <a:off x="8374665" y="5170360"/>
                  <a:ext cx="72389" cy="73533"/>
                </a:xfrm>
                <a:custGeom>
                  <a:rect b="b" l="l" r="r" t="t"/>
                  <a:pathLst>
                    <a:path extrusionOk="0" h="73533" w="72389">
                      <a:moveTo>
                        <a:pt x="36195" y="73533"/>
                      </a:moveTo>
                      <a:cubicBezTo>
                        <a:pt x="25527" y="73533"/>
                        <a:pt x="16859" y="70104"/>
                        <a:pt x="10096" y="63151"/>
                      </a:cubicBezTo>
                      <a:cubicBezTo>
                        <a:pt x="3334" y="56197"/>
                        <a:pt x="0" y="47434"/>
                        <a:pt x="0" y="36766"/>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6"/>
                      </a:cubicBezTo>
                      <a:cubicBezTo>
                        <a:pt x="72390" y="47434"/>
                        <a:pt x="68961" y="56197"/>
                        <a:pt x="62198" y="63151"/>
                      </a:cubicBezTo>
                      <a:cubicBezTo>
                        <a:pt x="55435" y="70009"/>
                        <a:pt x="46768" y="73533"/>
                        <a:pt x="36195" y="73533"/>
                      </a:cubicBezTo>
                      <a:close/>
                      <a:moveTo>
                        <a:pt x="36195" y="66008"/>
                      </a:moveTo>
                      <a:cubicBezTo>
                        <a:pt x="43434" y="66104"/>
                        <a:pt x="49721" y="63437"/>
                        <a:pt x="54864" y="57912"/>
                      </a:cubicBezTo>
                      <a:cubicBezTo>
                        <a:pt x="60007" y="52483"/>
                        <a:pt x="62579" y="45339"/>
                        <a:pt x="62579" y="36766"/>
                      </a:cubicBezTo>
                      <a:cubicBezTo>
                        <a:pt x="62579" y="28194"/>
                        <a:pt x="60007" y="21241"/>
                        <a:pt x="54864" y="15812"/>
                      </a:cubicBezTo>
                      <a:cubicBezTo>
                        <a:pt x="49721" y="10382"/>
                        <a:pt x="43434" y="7620"/>
                        <a:pt x="36195" y="7525"/>
                      </a:cubicBezTo>
                      <a:cubicBezTo>
                        <a:pt x="28861" y="7525"/>
                        <a:pt x="22574" y="10287"/>
                        <a:pt x="17431" y="15716"/>
                      </a:cubicBezTo>
                      <a:cubicBezTo>
                        <a:pt x="12287" y="21146"/>
                        <a:pt x="9715" y="28194"/>
                        <a:pt x="9715" y="36766"/>
                      </a:cubicBezTo>
                      <a:cubicBezTo>
                        <a:pt x="9620" y="45434"/>
                        <a:pt x="12192" y="52483"/>
                        <a:pt x="17335" y="57912"/>
                      </a:cubicBezTo>
                      <a:cubicBezTo>
                        <a:pt x="22574" y="63246"/>
                        <a:pt x="28861" y="66008"/>
                        <a:pt x="36195" y="6600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0" name="Google Shape;480;g311fd254064_0_824"/>
                <p:cNvSpPr/>
                <p:nvPr/>
              </p:nvSpPr>
              <p:spPr>
                <a:xfrm>
                  <a:off x="8465533" y="5173217"/>
                  <a:ext cx="54768" cy="70675"/>
                </a:xfrm>
                <a:custGeom>
                  <a:rect b="b" l="l" r="r" t="t"/>
                  <a:pathLst>
                    <a:path extrusionOk="0" h="70675" w="54768">
                      <a:moveTo>
                        <a:pt x="0" y="70676"/>
                      </a:moveTo>
                      <a:lnTo>
                        <a:pt x="0" y="2858"/>
                      </a:lnTo>
                      <a:lnTo>
                        <a:pt x="9239" y="2858"/>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9"/>
                        <a:pt x="54769" y="27242"/>
                      </a:cubicBezTo>
                      <a:lnTo>
                        <a:pt x="54769" y="70676"/>
                      </a:lnTo>
                      <a:lnTo>
                        <a:pt x="45529" y="70676"/>
                      </a:lnTo>
                      <a:lnTo>
                        <a:pt x="45529" y="28480"/>
                      </a:lnTo>
                      <a:cubicBezTo>
                        <a:pt x="45529" y="21146"/>
                        <a:pt x="44291" y="15907"/>
                        <a:pt x="41815" y="12573"/>
                      </a:cubicBezTo>
                      <a:cubicBezTo>
                        <a:pt x="39338" y="9239"/>
                        <a:pt x="35528" y="7525"/>
                        <a:pt x="30575" y="7525"/>
                      </a:cubicBezTo>
                      <a:cubicBezTo>
                        <a:pt x="24289" y="7525"/>
                        <a:pt x="19241" y="10192"/>
                        <a:pt x="15240" y="15526"/>
                      </a:cubicBezTo>
                      <a:cubicBezTo>
                        <a:pt x="11240" y="20860"/>
                        <a:pt x="9239" y="27432"/>
                        <a:pt x="9239" y="35338"/>
                      </a:cubicBezTo>
                      <a:lnTo>
                        <a:pt x="9239" y="70676"/>
                      </a:lnTo>
                      <a:lnTo>
                        <a:pt x="0" y="7067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1" name="Google Shape;481;g311fd254064_0_824"/>
                <p:cNvSpPr/>
                <p:nvPr/>
              </p:nvSpPr>
              <p:spPr>
                <a:xfrm>
                  <a:off x="8536590" y="5170455"/>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4" y="12478"/>
                        <a:pt x="12192" y="15050"/>
                        <a:pt x="12287" y="18193"/>
                      </a:cubicBezTo>
                      <a:cubicBezTo>
                        <a:pt x="12287" y="21050"/>
                        <a:pt x="13049" y="23241"/>
                        <a:pt x="14573" y="24860"/>
                      </a:cubicBezTo>
                      <a:cubicBezTo>
                        <a:pt x="16097" y="26479"/>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8"/>
                        <a:pt x="0" y="5667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482" name="Google Shape;482;g311fd254064_0_824"/>
            <p:cNvGrpSpPr/>
            <p:nvPr/>
          </p:nvGrpSpPr>
          <p:grpSpPr>
            <a:xfrm>
              <a:off x="6047136" y="4363211"/>
              <a:ext cx="2535555" cy="587025"/>
              <a:chOff x="6047136" y="4363211"/>
              <a:chExt cx="2535555" cy="587025"/>
            </a:xfrm>
          </p:grpSpPr>
          <p:sp>
            <p:nvSpPr>
              <p:cNvPr id="483" name="Google Shape;483;g311fd254064_0_824"/>
              <p:cNvSpPr/>
              <p:nvPr/>
            </p:nvSpPr>
            <p:spPr>
              <a:xfrm>
                <a:off x="6047136" y="4364925"/>
                <a:ext cx="149637" cy="585216"/>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4" name="Google Shape;484;g311fd254064_0_824"/>
              <p:cNvSpPr/>
              <p:nvPr/>
            </p:nvSpPr>
            <p:spPr>
              <a:xfrm>
                <a:off x="6273164" y="4363211"/>
                <a:ext cx="202501" cy="587025"/>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829"/>
                      <a:pt x="27908" y="140779"/>
                    </a:cubicBezTo>
                    <a:cubicBezTo>
                      <a:pt x="45053" y="128206"/>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5" name="Google Shape;485;g311fd254064_0_824"/>
              <p:cNvSpPr/>
              <p:nvPr/>
            </p:nvSpPr>
            <p:spPr>
              <a:xfrm>
                <a:off x="6543769" y="4364830"/>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9"/>
                      <a:pt x="118777" y="514826"/>
                    </a:cubicBezTo>
                    <a:cubicBezTo>
                      <a:pt x="131540" y="525304"/>
                      <a:pt x="153829" y="534829"/>
                      <a:pt x="185833" y="543306"/>
                    </a:cubicBezTo>
                    <a:lnTo>
                      <a:pt x="156115" y="585407"/>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6" name="Google Shape;486;g311fd254064_0_824"/>
              <p:cNvSpPr/>
              <p:nvPr/>
            </p:nvSpPr>
            <p:spPr>
              <a:xfrm>
                <a:off x="6804849" y="4364830"/>
                <a:ext cx="175545" cy="58540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3"/>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7"/>
                    </a:lnTo>
                    <a:cubicBezTo>
                      <a:pt x="71533" y="571405"/>
                      <a:pt x="36195" y="546545"/>
                      <a:pt x="18574" y="511016"/>
                    </a:cubicBezTo>
                    <a:cubicBezTo>
                      <a:pt x="6191" y="486061"/>
                      <a:pt x="0" y="445675"/>
                      <a:pt x="0" y="389954"/>
                    </a:cubicBezTo>
                    <a:lnTo>
                      <a:pt x="0" y="64294"/>
                    </a:lnTo>
                    <a:cubicBezTo>
                      <a:pt x="0" y="46672"/>
                      <a:pt x="9334" y="31337"/>
                      <a:pt x="27908" y="18479"/>
                    </a:cubicBezTo>
                    <a:cubicBezTo>
                      <a:pt x="45053" y="6096"/>
                      <a:pt x="64294" y="0"/>
                      <a:pt x="85534" y="0"/>
                    </a:cubicBezTo>
                    <a:close/>
                    <a:moveTo>
                      <a:pt x="88011" y="50006"/>
                    </a:moveTo>
                    <a:cubicBezTo>
                      <a:pt x="65818" y="50006"/>
                      <a:pt x="54769" y="59722"/>
                      <a:pt x="54769" y="79058"/>
                    </a:cubicBezTo>
                    <a:lnTo>
                      <a:pt x="54769" y="382619"/>
                    </a:lnTo>
                    <a:cubicBezTo>
                      <a:pt x="54769" y="401955"/>
                      <a:pt x="65818" y="411671"/>
                      <a:pt x="88011" y="411671"/>
                    </a:cubicBezTo>
                    <a:cubicBezTo>
                      <a:pt x="109823" y="411671"/>
                      <a:pt x="120777" y="401955"/>
                      <a:pt x="120777" y="382619"/>
                    </a:cubicBezTo>
                    <a:lnTo>
                      <a:pt x="120777" y="79058"/>
                    </a:lnTo>
                    <a:cubicBezTo>
                      <a:pt x="120777" y="59626"/>
                      <a:pt x="109823" y="50006"/>
                      <a:pt x="88011" y="5000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7" name="Google Shape;487;g311fd254064_0_824"/>
              <p:cNvSpPr/>
              <p:nvPr/>
            </p:nvSpPr>
            <p:spPr>
              <a:xfrm>
                <a:off x="7068978" y="4364830"/>
                <a:ext cx="175545" cy="585406"/>
              </a:xfrm>
              <a:custGeom>
                <a:rect b="b" l="l" r="r" t="t"/>
                <a:pathLst>
                  <a:path extrusionOk="0" h="585406" w="175545">
                    <a:moveTo>
                      <a:pt x="85535" y="0"/>
                    </a:moveTo>
                    <a:cubicBezTo>
                      <a:pt x="108395" y="0"/>
                      <a:pt x="128588" y="5810"/>
                      <a:pt x="146209" y="17336"/>
                    </a:cubicBezTo>
                    <a:cubicBezTo>
                      <a:pt x="165735" y="29718"/>
                      <a:pt x="175546" y="45529"/>
                      <a:pt x="175546" y="64675"/>
                    </a:cubicBezTo>
                    <a:lnTo>
                      <a:pt x="175546" y="585407"/>
                    </a:lnTo>
                    <a:lnTo>
                      <a:pt x="120777" y="585407"/>
                    </a:lnTo>
                    <a:lnTo>
                      <a:pt x="120777" y="79058"/>
                    </a:lnTo>
                    <a:cubicBezTo>
                      <a:pt x="120777" y="59626"/>
                      <a:pt x="109823" y="49911"/>
                      <a:pt x="88011" y="49911"/>
                    </a:cubicBezTo>
                    <a:cubicBezTo>
                      <a:pt x="65818" y="49911"/>
                      <a:pt x="54769" y="59626"/>
                      <a:pt x="54769" y="79058"/>
                    </a:cubicBezTo>
                    <a:lnTo>
                      <a:pt x="54769" y="585407"/>
                    </a:lnTo>
                    <a:lnTo>
                      <a:pt x="0" y="585407"/>
                    </a:lnTo>
                    <a:lnTo>
                      <a:pt x="0" y="64675"/>
                    </a:lnTo>
                    <a:cubicBezTo>
                      <a:pt x="0" y="46958"/>
                      <a:pt x="9335" y="31623"/>
                      <a:pt x="27908" y="18669"/>
                    </a:cubicBezTo>
                    <a:cubicBezTo>
                      <a:pt x="45053" y="6191"/>
                      <a:pt x="64294" y="0"/>
                      <a:pt x="85535"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8" name="Google Shape;488;g311fd254064_0_824"/>
              <p:cNvSpPr/>
              <p:nvPr/>
            </p:nvSpPr>
            <p:spPr>
              <a:xfrm>
                <a:off x="7336630" y="4364830"/>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9"/>
                      <a:pt x="118777" y="514826"/>
                    </a:cubicBezTo>
                    <a:cubicBezTo>
                      <a:pt x="131445" y="525304"/>
                      <a:pt x="153829" y="534829"/>
                      <a:pt x="185833" y="543306"/>
                    </a:cubicBezTo>
                    <a:lnTo>
                      <a:pt x="156115" y="585407"/>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89" name="Google Shape;489;g311fd254064_0_824"/>
              <p:cNvSpPr/>
              <p:nvPr/>
            </p:nvSpPr>
            <p:spPr>
              <a:xfrm>
                <a:off x="7597615" y="4364830"/>
                <a:ext cx="177450" cy="585311"/>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90" name="Google Shape;490;g311fd254064_0_824"/>
              <p:cNvSpPr/>
              <p:nvPr/>
            </p:nvSpPr>
            <p:spPr>
              <a:xfrm>
                <a:off x="7867935" y="4364830"/>
                <a:ext cx="60388" cy="585311"/>
              </a:xfrm>
              <a:custGeom>
                <a:rect b="b" l="l" r="r" t="t"/>
                <a:pathLst>
                  <a:path extrusionOk="0" h="585311" w="60388">
                    <a:moveTo>
                      <a:pt x="3143" y="585311"/>
                    </a:moveTo>
                    <a:lnTo>
                      <a:pt x="3143" y="115253"/>
                    </a:lnTo>
                    <a:lnTo>
                      <a:pt x="57912" y="115253"/>
                    </a:lnTo>
                    <a:lnTo>
                      <a:pt x="57912" y="585311"/>
                    </a:lnTo>
                    <a:lnTo>
                      <a:pt x="3143" y="585311"/>
                    </a:lnTo>
                    <a:close/>
                    <a:moveTo>
                      <a:pt x="0" y="30194"/>
                    </a:moveTo>
                    <a:cubicBezTo>
                      <a:pt x="0" y="46863"/>
                      <a:pt x="13526" y="60388"/>
                      <a:pt x="30194" y="60388"/>
                    </a:cubicBezTo>
                    <a:cubicBezTo>
                      <a:pt x="46863" y="60388"/>
                      <a:pt x="60388" y="46863"/>
                      <a:pt x="60388" y="30194"/>
                    </a:cubicBezTo>
                    <a:cubicBezTo>
                      <a:pt x="60388" y="13525"/>
                      <a:pt x="46863" y="0"/>
                      <a:pt x="30194" y="0"/>
                    </a:cubicBezTo>
                    <a:cubicBezTo>
                      <a:pt x="13621" y="0"/>
                      <a:pt x="0" y="13525"/>
                      <a:pt x="0" y="30194"/>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91" name="Google Shape;491;g311fd254064_0_824"/>
              <p:cNvSpPr/>
              <p:nvPr/>
            </p:nvSpPr>
            <p:spPr>
              <a:xfrm>
                <a:off x="8018335" y="4364830"/>
                <a:ext cx="175545" cy="585216"/>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1"/>
                      <a:pt x="90392" y="457391"/>
                    </a:cubicBezTo>
                    <a:lnTo>
                      <a:pt x="85534" y="457391"/>
                    </a:lnTo>
                    <a:cubicBezTo>
                      <a:pt x="75724" y="457391"/>
                      <a:pt x="66104" y="455867"/>
                      <a:pt x="56674" y="452818"/>
                    </a:cubicBezTo>
                    <a:cubicBezTo>
                      <a:pt x="59912" y="479393"/>
                      <a:pt x="69723" y="499682"/>
                      <a:pt x="86011" y="513588"/>
                    </a:cubicBezTo>
                    <a:cubicBezTo>
                      <a:pt x="100013" y="525304"/>
                      <a:pt x="122872" y="535496"/>
                      <a:pt x="154496" y="544163"/>
                    </a:cubicBezTo>
                    <a:lnTo>
                      <a:pt x="124682" y="585216"/>
                    </a:lnTo>
                    <a:cubicBezTo>
                      <a:pt x="71533" y="571214"/>
                      <a:pt x="36195" y="546545"/>
                      <a:pt x="18574" y="511016"/>
                    </a:cubicBezTo>
                    <a:cubicBezTo>
                      <a:pt x="6191" y="486156"/>
                      <a:pt x="0" y="445865"/>
                      <a:pt x="0" y="390239"/>
                    </a:cubicBezTo>
                    <a:lnTo>
                      <a:pt x="0" y="64008"/>
                    </a:lnTo>
                    <a:cubicBezTo>
                      <a:pt x="0" y="46387"/>
                      <a:pt x="9334" y="31147"/>
                      <a:pt x="27908" y="18288"/>
                    </a:cubicBezTo>
                    <a:cubicBezTo>
                      <a:pt x="45148" y="6096"/>
                      <a:pt x="64389" y="0"/>
                      <a:pt x="85534" y="0"/>
                    </a:cubicBezTo>
                    <a:close/>
                    <a:moveTo>
                      <a:pt x="88011" y="49816"/>
                    </a:moveTo>
                    <a:cubicBezTo>
                      <a:pt x="65818" y="49816"/>
                      <a:pt x="54769" y="59436"/>
                      <a:pt x="54769" y="78772"/>
                    </a:cubicBezTo>
                    <a:lnTo>
                      <a:pt x="54769" y="383191"/>
                    </a:lnTo>
                    <a:cubicBezTo>
                      <a:pt x="54769" y="402526"/>
                      <a:pt x="65818" y="412147"/>
                      <a:pt x="88011" y="412147"/>
                    </a:cubicBezTo>
                    <a:cubicBezTo>
                      <a:pt x="109823" y="412147"/>
                      <a:pt x="120777" y="402526"/>
                      <a:pt x="120777" y="383191"/>
                    </a:cubicBezTo>
                    <a:lnTo>
                      <a:pt x="120777" y="78772"/>
                    </a:lnTo>
                    <a:cubicBezTo>
                      <a:pt x="120777" y="59531"/>
                      <a:pt x="109823" y="49816"/>
                      <a:pt x="88011" y="49816"/>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92" name="Google Shape;492;g311fd254064_0_824"/>
              <p:cNvSpPr/>
              <p:nvPr/>
            </p:nvSpPr>
            <p:spPr>
              <a:xfrm>
                <a:off x="8282463" y="4364830"/>
                <a:ext cx="300228" cy="585311"/>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3"/>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493" name="Google Shape;493;g311fd254064_0_824"/>
            <p:cNvGrpSpPr/>
            <p:nvPr/>
          </p:nvGrpSpPr>
          <p:grpSpPr>
            <a:xfrm>
              <a:off x="6751891" y="3202399"/>
              <a:ext cx="1126140" cy="880491"/>
              <a:chOff x="6751891" y="3202399"/>
              <a:chExt cx="1126140" cy="880491"/>
            </a:xfrm>
          </p:grpSpPr>
          <p:grpSp>
            <p:nvGrpSpPr>
              <p:cNvPr id="494" name="Google Shape;494;g311fd254064_0_824"/>
              <p:cNvGrpSpPr/>
              <p:nvPr/>
            </p:nvGrpSpPr>
            <p:grpSpPr>
              <a:xfrm>
                <a:off x="6751891" y="3202399"/>
                <a:ext cx="1126140" cy="880205"/>
                <a:chOff x="6751891" y="3202399"/>
                <a:chExt cx="1126140" cy="880205"/>
              </a:xfrm>
            </p:grpSpPr>
            <p:grpSp>
              <p:nvGrpSpPr>
                <p:cNvPr id="495" name="Google Shape;495;g311fd254064_0_824"/>
                <p:cNvGrpSpPr/>
                <p:nvPr/>
              </p:nvGrpSpPr>
              <p:grpSpPr>
                <a:xfrm>
                  <a:off x="7314532" y="3202399"/>
                  <a:ext cx="563499" cy="627126"/>
                  <a:chOff x="7314532" y="3202399"/>
                  <a:chExt cx="563499" cy="627126"/>
                </a:xfrm>
              </p:grpSpPr>
              <p:sp>
                <p:nvSpPr>
                  <p:cNvPr id="496" name="Google Shape;496;g311fd254064_0_824"/>
                  <p:cNvSpPr/>
                  <p:nvPr/>
                </p:nvSpPr>
                <p:spPr>
                  <a:xfrm>
                    <a:off x="7314532" y="3504247"/>
                    <a:ext cx="499681" cy="325278"/>
                  </a:xfrm>
                  <a:custGeom>
                    <a:rect b="b" l="l" r="r" t="t"/>
                    <a:pathLst>
                      <a:path extrusionOk="0" h="325278" w="499681">
                        <a:moveTo>
                          <a:pt x="499682" y="162306"/>
                        </a:moveTo>
                        <a:lnTo>
                          <a:pt x="0" y="0"/>
                        </a:lnTo>
                        <a:lnTo>
                          <a:pt x="0" y="177641"/>
                        </a:lnTo>
                        <a:lnTo>
                          <a:pt x="454343" y="325279"/>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97" name="Google Shape;497;g311fd254064_0_824"/>
                  <p:cNvSpPr/>
                  <p:nvPr/>
                </p:nvSpPr>
                <p:spPr>
                  <a:xfrm>
                    <a:off x="7314532" y="3202399"/>
                    <a:ext cx="563499" cy="369093"/>
                  </a:xfrm>
                  <a:custGeom>
                    <a:rect b="b" l="l" r="r" t="t"/>
                    <a:pathLst>
                      <a:path extrusionOk="0" h="369093" w="563499">
                        <a:moveTo>
                          <a:pt x="563499" y="181546"/>
                        </a:moveTo>
                        <a:lnTo>
                          <a:pt x="493490" y="369094"/>
                        </a:lnTo>
                        <a:lnTo>
                          <a:pt x="303371" y="308705"/>
                        </a:lnTo>
                        <a:lnTo>
                          <a:pt x="0" y="208979"/>
                        </a:lnTo>
                        <a:lnTo>
                          <a:pt x="0"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sp>
              <p:nvSpPr>
                <p:cNvPr id="498" name="Google Shape;498;g311fd254064_0_824"/>
                <p:cNvSpPr/>
                <p:nvPr/>
              </p:nvSpPr>
              <p:spPr>
                <a:xfrm>
                  <a:off x="6816756" y="3633977"/>
                  <a:ext cx="317754" cy="139350"/>
                </a:xfrm>
                <a:custGeom>
                  <a:rect b="b" l="l" r="r" t="t"/>
                  <a:pathLst>
                    <a:path extrusionOk="0" h="139350" w="317754">
                      <a:moveTo>
                        <a:pt x="317754" y="106680"/>
                      </a:moveTo>
                      <a:lnTo>
                        <a:pt x="217551" y="139351"/>
                      </a:lnTo>
                      <a:lnTo>
                        <a:pt x="0" y="32671"/>
                      </a:lnTo>
                      <a:lnTo>
                        <a:pt x="100584" y="0"/>
                      </a:lnTo>
                      <a:close/>
                    </a:path>
                  </a:pathLst>
                </a:custGeom>
                <a:solidFill>
                  <a:srgbClr val="FFFFFF">
                    <a:alpha val="4157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499" name="Google Shape;499;g311fd254064_0_824"/>
                <p:cNvSpPr/>
                <p:nvPr/>
              </p:nvSpPr>
              <p:spPr>
                <a:xfrm>
                  <a:off x="7124032" y="3504723"/>
                  <a:ext cx="190595" cy="155447"/>
                </a:xfrm>
                <a:custGeom>
                  <a:rect b="b" l="l" r="r" t="t"/>
                  <a:pathLst>
                    <a:path extrusionOk="0" h="155447" w="190595">
                      <a:moveTo>
                        <a:pt x="190595" y="0"/>
                      </a:moveTo>
                      <a:lnTo>
                        <a:pt x="190595" y="155448"/>
                      </a:lnTo>
                      <a:lnTo>
                        <a:pt x="0" y="61913"/>
                      </a:lnTo>
                      <a:close/>
                    </a:path>
                  </a:pathLst>
                </a:custGeom>
                <a:solidFill>
                  <a:srgbClr val="FFFFFF">
                    <a:alpha val="4157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00" name="Google Shape;500;g311fd254064_0_824"/>
                <p:cNvSpPr/>
                <p:nvPr/>
              </p:nvSpPr>
              <p:spPr>
                <a:xfrm>
                  <a:off x="6815708" y="3667029"/>
                  <a:ext cx="498824" cy="415575"/>
                </a:xfrm>
                <a:custGeom>
                  <a:rect b="b" l="l" r="r" t="t"/>
                  <a:pathLst>
                    <a:path extrusionOk="0" h="415575" w="498824">
                      <a:moveTo>
                        <a:pt x="498824" y="245173"/>
                      </a:moveTo>
                      <a:lnTo>
                        <a:pt x="498824" y="415576"/>
                      </a:lnTo>
                      <a:lnTo>
                        <a:pt x="44863" y="192215"/>
                      </a:lnTo>
                      <a:lnTo>
                        <a:pt x="0" y="0"/>
                      </a:lnTo>
                      <a:close/>
                    </a:path>
                  </a:pathLst>
                </a:custGeom>
                <a:solidFill>
                  <a:srgbClr val="FFFFFF">
                    <a:alpha val="7451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01" name="Google Shape;501;g311fd254064_0_824"/>
                <p:cNvSpPr/>
                <p:nvPr/>
              </p:nvSpPr>
              <p:spPr>
                <a:xfrm>
                  <a:off x="6751891" y="3384422"/>
                  <a:ext cx="562832" cy="445865"/>
                </a:xfrm>
                <a:custGeom>
                  <a:rect b="b" l="l" r="r" t="t"/>
                  <a:pathLst>
                    <a:path extrusionOk="0" h="445865" w="562832">
                      <a:moveTo>
                        <a:pt x="0" y="0"/>
                      </a:moveTo>
                      <a:lnTo>
                        <a:pt x="44577" y="190881"/>
                      </a:lnTo>
                      <a:lnTo>
                        <a:pt x="562832" y="445865"/>
                      </a:lnTo>
                      <a:lnTo>
                        <a:pt x="562832" y="275654"/>
                      </a:lnTo>
                      <a:lnTo>
                        <a:pt x="259842" y="127254"/>
                      </a:lnTo>
                      <a:close/>
                    </a:path>
                  </a:pathLst>
                </a:custGeom>
                <a:solidFill>
                  <a:srgbClr val="FFFFFF">
                    <a:alpha val="7451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02" name="Google Shape;502;g311fd254064_0_824"/>
                <p:cNvSpPr/>
                <p:nvPr/>
              </p:nvSpPr>
              <p:spPr>
                <a:xfrm>
                  <a:off x="6752176" y="3202780"/>
                  <a:ext cx="562451" cy="308800"/>
                </a:xfrm>
                <a:custGeom>
                  <a:rect b="b" l="l" r="r" t="t"/>
                  <a:pathLst>
                    <a:path extrusionOk="0" h="308800" w="562451">
                      <a:moveTo>
                        <a:pt x="562451" y="0"/>
                      </a:moveTo>
                      <a:lnTo>
                        <a:pt x="562451" y="208979"/>
                      </a:lnTo>
                      <a:lnTo>
                        <a:pt x="259556" y="308800"/>
                      </a:lnTo>
                      <a:lnTo>
                        <a:pt x="0" y="181737"/>
                      </a:lnTo>
                      <a:lnTo>
                        <a:pt x="0" y="181546"/>
                      </a:lnTo>
                      <a:close/>
                    </a:path>
                  </a:pathLst>
                </a:custGeom>
                <a:solidFill>
                  <a:srgbClr val="FFFFFF">
                    <a:alpha val="4157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503" name="Google Shape;503;g311fd254064_0_824"/>
              <p:cNvGrpSpPr/>
              <p:nvPr/>
            </p:nvGrpSpPr>
            <p:grpSpPr>
              <a:xfrm>
                <a:off x="7314532" y="3383470"/>
                <a:ext cx="563499" cy="699420"/>
                <a:chOff x="7314532" y="3383470"/>
                <a:chExt cx="563499" cy="699420"/>
              </a:xfrm>
            </p:grpSpPr>
            <p:sp>
              <p:nvSpPr>
                <p:cNvPr id="504" name="Google Shape;504;g311fd254064_0_824"/>
                <p:cNvSpPr/>
                <p:nvPr/>
              </p:nvSpPr>
              <p:spPr>
                <a:xfrm>
                  <a:off x="7314532" y="3666648"/>
                  <a:ext cx="499681" cy="416242"/>
                </a:xfrm>
                <a:custGeom>
                  <a:rect b="b" l="l" r="r" t="t"/>
                  <a:pathLst>
                    <a:path extrusionOk="0" h="416242" w="499681">
                      <a:moveTo>
                        <a:pt x="0" y="245554"/>
                      </a:moveTo>
                      <a:lnTo>
                        <a:pt x="0" y="416242"/>
                      </a:lnTo>
                      <a:lnTo>
                        <a:pt x="454819" y="192500"/>
                      </a:lnTo>
                      <a:lnTo>
                        <a:pt x="499682" y="0"/>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05" name="Google Shape;505;g311fd254064_0_824"/>
                <p:cNvSpPr/>
                <p:nvPr/>
              </p:nvSpPr>
              <p:spPr>
                <a:xfrm>
                  <a:off x="7314532" y="3383470"/>
                  <a:ext cx="563499" cy="446341"/>
                </a:xfrm>
                <a:custGeom>
                  <a:rect b="b" l="l" r="r" t="t"/>
                  <a:pathLst>
                    <a:path extrusionOk="0" h="446341" w="563499">
                      <a:moveTo>
                        <a:pt x="563499" y="0"/>
                      </a:moveTo>
                      <a:lnTo>
                        <a:pt x="518827" y="191167"/>
                      </a:lnTo>
                      <a:lnTo>
                        <a:pt x="0" y="446342"/>
                      </a:lnTo>
                      <a:lnTo>
                        <a:pt x="0" y="275939"/>
                      </a:lnTo>
                      <a:lnTo>
                        <a:pt x="303371" y="127444"/>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spTree>
  </p:cSld>
  <p:clrMapOvr>
    <a:masterClrMapping/>
  </p:clrMapOvr>
  <p:extLst>
    <p:ext uri="{DCECCB84-F9BA-43D5-87BE-67443E8EF086}">
      <p15:sldGuideLst>
        <p15:guide id="1" orient="horz" pos="2592">
          <p15:clr>
            <a:srgbClr val="FBAE40"/>
          </p15:clr>
        </p15:guide>
        <p15:guide id="2" pos="4608">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9" name="Shape 9"/>
        <p:cNvGrpSpPr/>
        <p:nvPr/>
      </p:nvGrpSpPr>
      <p:grpSpPr>
        <a:xfrm>
          <a:off x="0" y="0"/>
          <a:ext cx="0" cy="0"/>
          <a:chOff x="0" y="0"/>
          <a:chExt cx="0" cy="0"/>
        </a:xfrm>
      </p:grpSpPr>
      <p:sp>
        <p:nvSpPr>
          <p:cNvPr id="10" name="Google Shape;10;g311fd254064_0_393"/>
          <p:cNvSpPr txBox="1"/>
          <p:nvPr>
            <p:ph type="title"/>
          </p:nvPr>
        </p:nvSpPr>
        <p:spPr>
          <a:xfrm>
            <a:off x="498720" y="656000"/>
            <a:ext cx="13632900" cy="972600"/>
          </a:xfrm>
          <a:prstGeom prst="rect">
            <a:avLst/>
          </a:prstGeom>
          <a:noFill/>
          <a:ln>
            <a:noFill/>
          </a:ln>
        </p:spPr>
        <p:txBody>
          <a:bodyPr anchorCtr="0" anchor="t" bIns="146275" lIns="146275" spcFirstLastPara="1" rIns="146275" wrap="square" tIns="146275">
            <a:normAutofit/>
          </a:bodyPr>
          <a:lstStyle>
            <a:lvl1pPr lvl="0">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1pPr>
            <a:lvl2pPr lvl="1">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2pPr>
            <a:lvl3pPr lvl="2">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3pPr>
            <a:lvl4pPr lvl="3">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4pPr>
            <a:lvl5pPr lvl="4">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5pPr>
            <a:lvl6pPr lvl="5">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6pPr>
            <a:lvl7pPr lvl="6">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7pPr>
            <a:lvl8pPr lvl="7">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8pPr>
            <a:lvl9pPr lvl="8">
              <a:spcBef>
                <a:spcPts val="0"/>
              </a:spcBef>
              <a:spcAft>
                <a:spcPts val="0"/>
              </a:spcAft>
              <a:buClr>
                <a:schemeClr val="dk1"/>
              </a:buClr>
              <a:buSzPts val="4800"/>
              <a:buFont typeface="Roboto"/>
              <a:buNone/>
              <a:defRPr sz="4800">
                <a:solidFill>
                  <a:schemeClr val="dk1"/>
                </a:solidFill>
                <a:latin typeface="Roboto"/>
                <a:ea typeface="Roboto"/>
                <a:cs typeface="Roboto"/>
                <a:sym typeface="Roboto"/>
              </a:defRPr>
            </a:lvl9pPr>
          </a:lstStyle>
          <a:p/>
        </p:txBody>
      </p:sp>
      <p:sp>
        <p:nvSpPr>
          <p:cNvPr id="11" name="Google Shape;11;g311fd254064_0_393"/>
          <p:cNvSpPr txBox="1"/>
          <p:nvPr>
            <p:ph idx="1" type="body"/>
          </p:nvPr>
        </p:nvSpPr>
        <p:spPr>
          <a:xfrm>
            <a:off x="498720" y="1967800"/>
            <a:ext cx="13632900" cy="5342400"/>
          </a:xfrm>
          <a:prstGeom prst="rect">
            <a:avLst/>
          </a:prstGeom>
          <a:noFill/>
          <a:ln>
            <a:noFill/>
          </a:ln>
        </p:spPr>
        <p:txBody>
          <a:bodyPr anchorCtr="0" anchor="t" bIns="146275" lIns="146275" spcFirstLastPara="1" rIns="146275" wrap="square" tIns="146275">
            <a:normAutofit/>
          </a:bodyPr>
          <a:lstStyle>
            <a:lvl1pPr indent="-412750" lvl="0" marL="457200">
              <a:lnSpc>
                <a:spcPct val="115000"/>
              </a:lnSpc>
              <a:spcBef>
                <a:spcPts val="0"/>
              </a:spcBef>
              <a:spcAft>
                <a:spcPts val="0"/>
              </a:spcAft>
              <a:buClr>
                <a:schemeClr val="dk2"/>
              </a:buClr>
              <a:buSzPts val="2900"/>
              <a:buFont typeface="Roboto"/>
              <a:buChar char="●"/>
              <a:defRPr sz="2900">
                <a:solidFill>
                  <a:schemeClr val="dk2"/>
                </a:solidFill>
                <a:latin typeface="Roboto"/>
                <a:ea typeface="Roboto"/>
                <a:cs typeface="Roboto"/>
                <a:sym typeface="Roboto"/>
              </a:defRPr>
            </a:lvl1pPr>
            <a:lvl2pPr indent="-368300" lvl="1" marL="9144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2pPr>
            <a:lvl3pPr indent="-368300" lvl="2" marL="13716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3pPr>
            <a:lvl4pPr indent="-368300" lvl="3" marL="18288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4pPr>
            <a:lvl5pPr indent="-368300" lvl="4" marL="22860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5pPr>
            <a:lvl6pPr indent="-368300" lvl="5" marL="27432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6pPr>
            <a:lvl7pPr indent="-368300" lvl="6" marL="32004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7pPr>
            <a:lvl8pPr indent="-368300" lvl="7" marL="36576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8pPr>
            <a:lvl9pPr indent="-368300" lvl="8" marL="4114800">
              <a:lnSpc>
                <a:spcPct val="115000"/>
              </a:lnSpc>
              <a:spcBef>
                <a:spcPts val="0"/>
              </a:spcBef>
              <a:spcAft>
                <a:spcPts val="0"/>
              </a:spcAft>
              <a:buClr>
                <a:schemeClr val="dk2"/>
              </a:buClr>
              <a:buSzPts val="2200"/>
              <a:buFont typeface="Roboto"/>
              <a:buChar char="■"/>
              <a:defRPr sz="2200">
                <a:solidFill>
                  <a:schemeClr val="dk2"/>
                </a:solidFill>
                <a:latin typeface="Roboto"/>
                <a:ea typeface="Roboto"/>
                <a:cs typeface="Roboto"/>
                <a:sym typeface="Roboto"/>
              </a:defRPr>
            </a:lvl9pPr>
          </a:lstStyle>
          <a:p/>
        </p:txBody>
      </p:sp>
      <p:sp>
        <p:nvSpPr>
          <p:cNvPr id="12" name="Google Shape;12;g311fd254064_0_393"/>
          <p:cNvSpPr txBox="1"/>
          <p:nvPr>
            <p:ph idx="12" type="sldNum"/>
          </p:nvPr>
        </p:nvSpPr>
        <p:spPr>
          <a:xfrm>
            <a:off x="13536690" y="7441904"/>
            <a:ext cx="877800" cy="629700"/>
          </a:xfrm>
          <a:prstGeom prst="rect">
            <a:avLst/>
          </a:prstGeom>
          <a:noFill/>
          <a:ln>
            <a:noFill/>
          </a:ln>
        </p:spPr>
        <p:txBody>
          <a:bodyPr anchorCtr="0" anchor="ctr" bIns="146275" lIns="146275" spcFirstLastPara="1" rIns="146275" wrap="square" tIns="146275">
            <a:normAutofit/>
          </a:bodyPr>
          <a:lstStyle>
            <a:lvl1pPr lvl="0" algn="r">
              <a:buNone/>
              <a:defRPr sz="1600">
                <a:solidFill>
                  <a:schemeClr val="lt1"/>
                </a:solidFill>
                <a:latin typeface="Roboto"/>
                <a:ea typeface="Roboto"/>
                <a:cs typeface="Roboto"/>
                <a:sym typeface="Roboto"/>
              </a:defRPr>
            </a:lvl1pPr>
            <a:lvl2pPr lvl="1" algn="r">
              <a:buNone/>
              <a:defRPr sz="1600">
                <a:solidFill>
                  <a:schemeClr val="lt1"/>
                </a:solidFill>
                <a:latin typeface="Roboto"/>
                <a:ea typeface="Roboto"/>
                <a:cs typeface="Roboto"/>
                <a:sym typeface="Roboto"/>
              </a:defRPr>
            </a:lvl2pPr>
            <a:lvl3pPr lvl="2" algn="r">
              <a:buNone/>
              <a:defRPr sz="1600">
                <a:solidFill>
                  <a:schemeClr val="lt1"/>
                </a:solidFill>
                <a:latin typeface="Roboto"/>
                <a:ea typeface="Roboto"/>
                <a:cs typeface="Roboto"/>
                <a:sym typeface="Roboto"/>
              </a:defRPr>
            </a:lvl3pPr>
            <a:lvl4pPr lvl="3" algn="r">
              <a:buNone/>
              <a:defRPr sz="1600">
                <a:solidFill>
                  <a:schemeClr val="lt1"/>
                </a:solidFill>
                <a:latin typeface="Roboto"/>
                <a:ea typeface="Roboto"/>
                <a:cs typeface="Roboto"/>
                <a:sym typeface="Roboto"/>
              </a:defRPr>
            </a:lvl4pPr>
            <a:lvl5pPr lvl="4" algn="r">
              <a:buNone/>
              <a:defRPr sz="1600">
                <a:solidFill>
                  <a:schemeClr val="lt1"/>
                </a:solidFill>
                <a:latin typeface="Roboto"/>
                <a:ea typeface="Roboto"/>
                <a:cs typeface="Roboto"/>
                <a:sym typeface="Roboto"/>
              </a:defRPr>
            </a:lvl5pPr>
            <a:lvl6pPr lvl="5" algn="r">
              <a:buNone/>
              <a:defRPr sz="1600">
                <a:solidFill>
                  <a:schemeClr val="lt1"/>
                </a:solidFill>
                <a:latin typeface="Roboto"/>
                <a:ea typeface="Roboto"/>
                <a:cs typeface="Roboto"/>
                <a:sym typeface="Roboto"/>
              </a:defRPr>
            </a:lvl6pPr>
            <a:lvl7pPr lvl="6" algn="r">
              <a:buNone/>
              <a:defRPr sz="1600">
                <a:solidFill>
                  <a:schemeClr val="lt1"/>
                </a:solidFill>
                <a:latin typeface="Roboto"/>
                <a:ea typeface="Roboto"/>
                <a:cs typeface="Roboto"/>
                <a:sym typeface="Roboto"/>
              </a:defRPr>
            </a:lvl7pPr>
            <a:lvl8pPr lvl="7" algn="r">
              <a:buNone/>
              <a:defRPr sz="1600">
                <a:solidFill>
                  <a:schemeClr val="lt1"/>
                </a:solidFill>
                <a:latin typeface="Roboto"/>
                <a:ea typeface="Roboto"/>
                <a:cs typeface="Roboto"/>
                <a:sym typeface="Roboto"/>
              </a:defRPr>
            </a:lvl8pPr>
            <a:lvl9pPr lvl="8" algn="r">
              <a:buNone/>
              <a:defRPr sz="16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5.png"/><Relationship Id="rId4" Type="http://schemas.openxmlformats.org/officeDocument/2006/relationships/image" Target="../media/image7.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32.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35.png"/><Relationship Id="rId5" Type="http://schemas.openxmlformats.org/officeDocument/2006/relationships/image" Target="../media/image11.png"/><Relationship Id="rId6"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26.png"/><Relationship Id="rId5" Type="http://schemas.openxmlformats.org/officeDocument/2006/relationships/image" Target="../media/image12.png"/><Relationship Id="rId6" Type="http://schemas.openxmlformats.org/officeDocument/2006/relationships/image" Target="../media/image19.png"/><Relationship Id="rId7"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35.png"/><Relationship Id="rId5" Type="http://schemas.openxmlformats.org/officeDocument/2006/relationships/image" Target="../media/image34.png"/><Relationship Id="rId6" Type="http://schemas.openxmlformats.org/officeDocument/2006/relationships/image" Target="../media/image22.png"/><Relationship Id="rId7"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35.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3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23.png"/><Relationship Id="rId4" Type="http://schemas.openxmlformats.org/officeDocument/2006/relationships/image" Target="../media/image40.png"/><Relationship Id="rId5"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38.png"/><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5.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5.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35.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pic>
        <p:nvPicPr>
          <p:cNvPr id="510" name="Google Shape;510;g311fd254064_0_248"/>
          <p:cNvPicPr preferRelativeResize="0"/>
          <p:nvPr/>
        </p:nvPicPr>
        <p:blipFill>
          <a:blip r:embed="rId3">
            <a:alphaModFix/>
          </a:blip>
          <a:stretch>
            <a:fillRect/>
          </a:stretch>
        </p:blipFill>
        <p:spPr>
          <a:xfrm>
            <a:off x="0" y="0"/>
            <a:ext cx="14630400" cy="8229600"/>
          </a:xfrm>
          <a:prstGeom prst="rect">
            <a:avLst/>
          </a:prstGeom>
          <a:noFill/>
          <a:ln>
            <a:noFill/>
          </a:ln>
        </p:spPr>
      </p:pic>
      <p:pic>
        <p:nvPicPr>
          <p:cNvPr id="511" name="Google Shape;511;g311fd254064_0_248"/>
          <p:cNvPicPr preferRelativeResize="0"/>
          <p:nvPr/>
        </p:nvPicPr>
        <p:blipFill>
          <a:blip r:embed="rId4">
            <a:alphaModFix/>
          </a:blip>
          <a:stretch>
            <a:fillRect/>
          </a:stretch>
        </p:blipFill>
        <p:spPr>
          <a:xfrm rot="1416890">
            <a:off x="8361300" y="906137"/>
            <a:ext cx="3726000" cy="3203679"/>
          </a:xfrm>
          <a:prstGeom prst="rect">
            <a:avLst/>
          </a:prstGeom>
          <a:noFill/>
          <a:ln>
            <a:noFill/>
          </a:ln>
        </p:spPr>
      </p:pic>
      <p:pic>
        <p:nvPicPr>
          <p:cNvPr descr="A blue and black logo&#10;&#10;Description automatically generated" id="512" name="Google Shape;512;g311fd254064_0_248"/>
          <p:cNvPicPr preferRelativeResize="0"/>
          <p:nvPr/>
        </p:nvPicPr>
        <p:blipFill rotWithShape="1">
          <a:blip r:embed="rId5">
            <a:alphaModFix amt="16000"/>
          </a:blip>
          <a:srcRect b="0" l="0" r="0" t="0"/>
          <a:stretch/>
        </p:blipFill>
        <p:spPr>
          <a:xfrm rot="-264388">
            <a:off x="9702025" y="1345602"/>
            <a:ext cx="2259775" cy="2324750"/>
          </a:xfrm>
          <a:prstGeom prst="rect">
            <a:avLst/>
          </a:prstGeom>
          <a:noFill/>
          <a:ln>
            <a:noFill/>
          </a:ln>
        </p:spPr>
      </p:pic>
      <p:sp>
        <p:nvSpPr>
          <p:cNvPr id="513" name="Google Shape;513;g311fd254064_0_248"/>
          <p:cNvSpPr txBox="1"/>
          <p:nvPr>
            <p:ph idx="1" type="body"/>
          </p:nvPr>
        </p:nvSpPr>
        <p:spPr>
          <a:xfrm>
            <a:off x="1616975" y="2336650"/>
            <a:ext cx="10956000" cy="978900"/>
          </a:xfrm>
          <a:prstGeom prst="rect">
            <a:avLst/>
          </a:prstGeom>
          <a:noFill/>
          <a:ln>
            <a:noFill/>
          </a:ln>
        </p:spPr>
        <p:txBody>
          <a:bodyPr anchorCtr="0" anchor="t" bIns="45700" lIns="0" spcFirstLastPara="1" rIns="45700" wrap="square" tIns="45700">
            <a:spAutoFit/>
          </a:bodyPr>
          <a:lstStyle/>
          <a:p>
            <a:pPr indent="0" lvl="0" marL="0" rtl="0" algn="l">
              <a:lnSpc>
                <a:spcPct val="90000"/>
              </a:lnSpc>
              <a:spcBef>
                <a:spcPts val="0"/>
              </a:spcBef>
              <a:spcAft>
                <a:spcPts val="0"/>
              </a:spcAft>
              <a:buClr>
                <a:schemeClr val="dk1"/>
              </a:buClr>
              <a:buFont typeface="Arial"/>
              <a:buNone/>
            </a:pPr>
            <a:r>
              <a:rPr b="0" lang="en-US" sz="6400">
                <a:latin typeface="Lato Black"/>
                <a:ea typeface="Lato Black"/>
                <a:cs typeface="Lato Black"/>
                <a:sym typeface="Lato Black"/>
              </a:rPr>
              <a:t> </a:t>
            </a:r>
            <a:r>
              <a:rPr b="0" lang="en-US" sz="6400">
                <a:latin typeface="Lato Black"/>
                <a:ea typeface="Lato Black"/>
                <a:cs typeface="Lato Black"/>
                <a:sym typeface="Lato Black"/>
              </a:rPr>
              <a:t>SALES GROWTH ANALYSIS</a:t>
            </a:r>
            <a:endParaRPr b="0" sz="6400">
              <a:latin typeface="Lato Black"/>
              <a:ea typeface="Lato Black"/>
              <a:cs typeface="Lato Black"/>
              <a:sym typeface="Lato Black"/>
            </a:endParaRPr>
          </a:p>
        </p:txBody>
      </p:sp>
      <p:sp>
        <p:nvSpPr>
          <p:cNvPr id="514" name="Google Shape;514;g311fd254064_0_248"/>
          <p:cNvSpPr txBox="1"/>
          <p:nvPr>
            <p:ph idx="3" type="body"/>
          </p:nvPr>
        </p:nvSpPr>
        <p:spPr>
          <a:xfrm>
            <a:off x="3691650" y="1262225"/>
            <a:ext cx="6249000" cy="554100"/>
          </a:xfrm>
          <a:prstGeom prst="rect">
            <a:avLst/>
          </a:prstGeom>
          <a:solidFill>
            <a:srgbClr val="FFFFFF">
              <a:alpha val="41570"/>
            </a:srgbClr>
          </a:solidFill>
          <a:ln>
            <a:noFill/>
          </a:ln>
        </p:spPr>
        <p:txBody>
          <a:bodyPr anchorCtr="0" anchor="t" bIns="45700" lIns="0" spcFirstLastPara="1" rIns="45700" wrap="square" tIns="45700">
            <a:spAutoFit/>
          </a:bodyPr>
          <a:lstStyle/>
          <a:p>
            <a:pPr indent="0" lvl="0" marL="0" rtl="0" algn="l">
              <a:lnSpc>
                <a:spcPct val="100000"/>
              </a:lnSpc>
              <a:spcBef>
                <a:spcPts val="0"/>
              </a:spcBef>
              <a:spcAft>
                <a:spcPts val="0"/>
              </a:spcAft>
              <a:buSzPts val="1400"/>
              <a:buNone/>
            </a:pPr>
            <a:r>
              <a:rPr b="1" lang="en-US" sz="3000"/>
              <a:t> Group -1: </a:t>
            </a:r>
            <a:r>
              <a:rPr b="1" lang="en-US" sz="3000"/>
              <a:t> Capstone Project Review</a:t>
            </a:r>
            <a:endParaRPr b="1" sz="3000"/>
          </a:p>
        </p:txBody>
      </p:sp>
      <p:sp>
        <p:nvSpPr>
          <p:cNvPr id="515" name="Google Shape;515;g311fd254064_0_248"/>
          <p:cNvSpPr txBox="1"/>
          <p:nvPr/>
        </p:nvSpPr>
        <p:spPr>
          <a:xfrm>
            <a:off x="5043150" y="3174175"/>
            <a:ext cx="4897500" cy="4377600"/>
          </a:xfrm>
          <a:prstGeom prst="rect">
            <a:avLst/>
          </a:prstGeom>
          <a:noFill/>
          <a:ln>
            <a:noFill/>
          </a:ln>
          <a:effectLst>
            <a:outerShdw blurRad="471488" rotWithShape="0" algn="bl" dir="5400000" dist="19050">
              <a:srgbClr val="000000">
                <a:alpha val="49000"/>
              </a:srgbClr>
            </a:outerShdw>
            <a:reflection blurRad="0" dir="5400000" dist="38100" endA="0" fadeDir="5400012" kx="0" rotWithShape="0" algn="bl" stA="58000" stPos="0" sy="-100000" ky="0"/>
          </a:effectLst>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b="1" sz="2400">
              <a:solidFill>
                <a:schemeClr val="lt1"/>
              </a:solidFill>
              <a:latin typeface="Lato"/>
              <a:ea typeface="Lato"/>
              <a:cs typeface="Lato"/>
              <a:sym typeface="Lato"/>
            </a:endParaRPr>
          </a:p>
          <a:p>
            <a:pPr indent="0" lvl="0" marL="0" rtl="0" algn="l">
              <a:lnSpc>
                <a:spcPct val="115000"/>
              </a:lnSpc>
              <a:spcBef>
                <a:spcPts val="0"/>
              </a:spcBef>
              <a:spcAft>
                <a:spcPts val="0"/>
              </a:spcAft>
              <a:buNone/>
            </a:pPr>
            <a:r>
              <a:rPr b="1" lang="en-US" sz="2400" u="sng">
                <a:solidFill>
                  <a:schemeClr val="lt1"/>
                </a:solidFill>
                <a:latin typeface="Lato"/>
                <a:ea typeface="Lato"/>
                <a:cs typeface="Lato"/>
                <a:sym typeface="Lato"/>
              </a:rPr>
              <a:t>Members </a:t>
            </a:r>
            <a:r>
              <a:rPr b="1" lang="en-US" sz="2400">
                <a:solidFill>
                  <a:schemeClr val="lt1"/>
                </a:solidFill>
                <a:latin typeface="Lato"/>
                <a:ea typeface="Lato"/>
                <a:cs typeface="Lato"/>
                <a:sym typeface="Lato"/>
              </a:rPr>
              <a:t>-</a:t>
            </a:r>
            <a:endParaRPr b="1" sz="2400">
              <a:solidFill>
                <a:schemeClr val="lt1"/>
              </a:solidFill>
              <a:latin typeface="Lato"/>
              <a:ea typeface="Lato"/>
              <a:cs typeface="Lato"/>
              <a:sym typeface="Lato"/>
            </a:endParaRPr>
          </a:p>
          <a:p>
            <a:pPr indent="-381000" lvl="0" marL="457200" rtl="0" algn="l">
              <a:lnSpc>
                <a:spcPct val="115000"/>
              </a:lnSpc>
              <a:spcBef>
                <a:spcPts val="0"/>
              </a:spcBef>
              <a:spcAft>
                <a:spcPts val="0"/>
              </a:spcAft>
              <a:buClr>
                <a:schemeClr val="lt1"/>
              </a:buClr>
              <a:buSzPts val="2400"/>
              <a:buFont typeface="Lato"/>
              <a:buChar char="●"/>
            </a:pPr>
            <a:r>
              <a:rPr b="1" lang="en-US" sz="2400">
                <a:solidFill>
                  <a:schemeClr val="lt1"/>
                </a:solidFill>
                <a:latin typeface="Lato"/>
                <a:ea typeface="Lato"/>
                <a:cs typeface="Lato"/>
                <a:sym typeface="Lato"/>
              </a:rPr>
              <a:t>Sowmiya E   (4515)</a:t>
            </a:r>
            <a:endParaRPr b="1" sz="2400">
              <a:solidFill>
                <a:schemeClr val="lt1"/>
              </a:solidFill>
              <a:latin typeface="Lato"/>
              <a:ea typeface="Lato"/>
              <a:cs typeface="Lato"/>
              <a:sym typeface="Lato"/>
            </a:endParaRPr>
          </a:p>
          <a:p>
            <a:pPr indent="-381000" lvl="0" marL="457200" rtl="0" algn="l">
              <a:lnSpc>
                <a:spcPct val="115000"/>
              </a:lnSpc>
              <a:spcBef>
                <a:spcPts val="0"/>
              </a:spcBef>
              <a:spcAft>
                <a:spcPts val="0"/>
              </a:spcAft>
              <a:buClr>
                <a:schemeClr val="lt1"/>
              </a:buClr>
              <a:buSzPts val="2400"/>
              <a:buFont typeface="Lato"/>
              <a:buChar char="●"/>
            </a:pPr>
            <a:r>
              <a:rPr b="1" lang="en-US" sz="2400">
                <a:solidFill>
                  <a:schemeClr val="lt1"/>
                </a:solidFill>
                <a:latin typeface="Lato"/>
                <a:ea typeface="Lato"/>
                <a:cs typeface="Lato"/>
                <a:sym typeface="Lato"/>
              </a:rPr>
              <a:t>Nithiksha R (4516)</a:t>
            </a:r>
            <a:endParaRPr b="1" sz="2400">
              <a:solidFill>
                <a:schemeClr val="lt1"/>
              </a:solidFill>
              <a:latin typeface="Lato"/>
              <a:ea typeface="Lato"/>
              <a:cs typeface="Lato"/>
              <a:sym typeface="Lato"/>
            </a:endParaRPr>
          </a:p>
          <a:p>
            <a:pPr indent="-381000" lvl="0" marL="457200" rtl="0" algn="l">
              <a:lnSpc>
                <a:spcPct val="115000"/>
              </a:lnSpc>
              <a:spcBef>
                <a:spcPts val="0"/>
              </a:spcBef>
              <a:spcAft>
                <a:spcPts val="0"/>
              </a:spcAft>
              <a:buClr>
                <a:schemeClr val="lt1"/>
              </a:buClr>
              <a:buSzPts val="2400"/>
              <a:buFont typeface="Lato"/>
              <a:buChar char="●"/>
            </a:pPr>
            <a:r>
              <a:rPr b="1" lang="en-US" sz="2400">
                <a:solidFill>
                  <a:schemeClr val="lt1"/>
                </a:solidFill>
                <a:latin typeface="Lato"/>
                <a:ea typeface="Lato"/>
                <a:cs typeface="Lato"/>
                <a:sym typeface="Lato"/>
              </a:rPr>
              <a:t>Logesh P M (4517)</a:t>
            </a:r>
            <a:endParaRPr b="1" sz="2400">
              <a:solidFill>
                <a:schemeClr val="lt1"/>
              </a:solidFill>
              <a:latin typeface="Lato"/>
              <a:ea typeface="Lato"/>
              <a:cs typeface="Lato"/>
              <a:sym typeface="Lato"/>
            </a:endParaRPr>
          </a:p>
          <a:p>
            <a:pPr indent="0" lvl="0" marL="0" rtl="0" algn="l">
              <a:lnSpc>
                <a:spcPct val="115000"/>
              </a:lnSpc>
              <a:spcBef>
                <a:spcPts val="0"/>
              </a:spcBef>
              <a:spcAft>
                <a:spcPts val="0"/>
              </a:spcAft>
              <a:buNone/>
            </a:pPr>
            <a:r>
              <a:t/>
            </a:r>
            <a:endParaRPr b="1" sz="2400">
              <a:solidFill>
                <a:schemeClr val="lt1"/>
              </a:solidFill>
              <a:latin typeface="Lato"/>
              <a:ea typeface="Lato"/>
              <a:cs typeface="Lato"/>
              <a:sym typeface="Lato"/>
            </a:endParaRPr>
          </a:p>
          <a:p>
            <a:pPr indent="0" lvl="0" marL="0" rtl="0" algn="l">
              <a:lnSpc>
                <a:spcPct val="115000"/>
              </a:lnSpc>
              <a:spcBef>
                <a:spcPts val="0"/>
              </a:spcBef>
              <a:spcAft>
                <a:spcPts val="0"/>
              </a:spcAft>
              <a:buNone/>
            </a:pPr>
            <a:r>
              <a:rPr b="1" lang="en-US" sz="2400" u="sng">
                <a:solidFill>
                  <a:schemeClr val="lt1"/>
                </a:solidFill>
                <a:latin typeface="Lato"/>
                <a:ea typeface="Lato"/>
                <a:cs typeface="Lato"/>
                <a:sym typeface="Lato"/>
              </a:rPr>
              <a:t>Mentor</a:t>
            </a:r>
            <a:r>
              <a:rPr b="1" lang="en-US" sz="2400">
                <a:solidFill>
                  <a:schemeClr val="lt1"/>
                </a:solidFill>
                <a:latin typeface="Lato"/>
                <a:ea typeface="Lato"/>
                <a:cs typeface="Lato"/>
                <a:sym typeface="Lato"/>
              </a:rPr>
              <a:t> - Prathima R M (2768)</a:t>
            </a:r>
            <a:endParaRPr b="1" sz="2400">
              <a:solidFill>
                <a:schemeClr val="lt1"/>
              </a:solidFill>
              <a:latin typeface="Lato"/>
              <a:ea typeface="Lato"/>
              <a:cs typeface="Lato"/>
              <a:sym typeface="Lato"/>
            </a:endParaRPr>
          </a:p>
          <a:p>
            <a:pPr indent="0" lvl="0" marL="0" rtl="0" algn="l">
              <a:lnSpc>
                <a:spcPct val="115000"/>
              </a:lnSpc>
              <a:spcBef>
                <a:spcPts val="0"/>
              </a:spcBef>
              <a:spcAft>
                <a:spcPts val="0"/>
              </a:spcAft>
              <a:buNone/>
            </a:pPr>
            <a:r>
              <a:t/>
            </a:r>
            <a:endParaRPr b="1" sz="2400">
              <a:solidFill>
                <a:schemeClr val="lt1"/>
              </a:solidFill>
              <a:latin typeface="Lato"/>
              <a:ea typeface="Lato"/>
              <a:cs typeface="Lato"/>
              <a:sym typeface="Lato"/>
            </a:endParaRPr>
          </a:p>
          <a:p>
            <a:pPr indent="0" lvl="0" marL="0" rtl="0" algn="l">
              <a:lnSpc>
                <a:spcPct val="115000"/>
              </a:lnSpc>
              <a:spcBef>
                <a:spcPts val="0"/>
              </a:spcBef>
              <a:spcAft>
                <a:spcPts val="0"/>
              </a:spcAft>
              <a:buNone/>
            </a:pPr>
            <a:r>
              <a:t/>
            </a:r>
            <a:endParaRPr b="1" sz="2400">
              <a:solidFill>
                <a:schemeClr val="lt1"/>
              </a:solidFill>
              <a:latin typeface="Lato"/>
              <a:ea typeface="Lato"/>
              <a:cs typeface="Lato"/>
              <a:sym typeface="Lato"/>
            </a:endParaRPr>
          </a:p>
          <a:p>
            <a:pPr indent="0" lvl="0" marL="0" rtl="0" algn="l">
              <a:spcBef>
                <a:spcPts val="0"/>
              </a:spcBef>
              <a:spcAft>
                <a:spcPts val="0"/>
              </a:spcAft>
              <a:buNone/>
            </a:pPr>
            <a:r>
              <a:t/>
            </a:r>
            <a:endParaRPr b="1" sz="2400">
              <a:solidFill>
                <a:schemeClr val="lt1"/>
              </a:solidFill>
              <a:latin typeface="Lato"/>
              <a:ea typeface="Lato"/>
              <a:cs typeface="Lato"/>
              <a:sym typeface="Lato"/>
            </a:endParaRPr>
          </a:p>
        </p:txBody>
      </p:sp>
      <p:grpSp>
        <p:nvGrpSpPr>
          <p:cNvPr id="516" name="Google Shape;516;g311fd254064_0_248"/>
          <p:cNvGrpSpPr/>
          <p:nvPr/>
        </p:nvGrpSpPr>
        <p:grpSpPr>
          <a:xfrm>
            <a:off x="12799225" y="6638002"/>
            <a:ext cx="1385166" cy="1132033"/>
            <a:chOff x="12501050" y="6640202"/>
            <a:chExt cx="1385166" cy="1132033"/>
          </a:xfrm>
        </p:grpSpPr>
        <p:grpSp>
          <p:nvGrpSpPr>
            <p:cNvPr id="517" name="Google Shape;517;g311fd254064_0_248"/>
            <p:cNvGrpSpPr/>
            <p:nvPr/>
          </p:nvGrpSpPr>
          <p:grpSpPr>
            <a:xfrm>
              <a:off x="12501050" y="7690384"/>
              <a:ext cx="1385166" cy="81850"/>
              <a:chOff x="12825027" y="6677598"/>
              <a:chExt cx="2538794" cy="150019"/>
            </a:xfrm>
          </p:grpSpPr>
          <p:sp>
            <p:nvSpPr>
              <p:cNvPr id="518" name="Google Shape;518;g311fd254064_0_248"/>
              <p:cNvSpPr/>
              <p:nvPr/>
            </p:nvSpPr>
            <p:spPr>
              <a:xfrm>
                <a:off x="14074707" y="6736653"/>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242"/>
                      <a:pt x="24671" y="32100"/>
                      <a:pt x="15812" y="319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519" name="Google Shape;519;g311fd254064_0_248"/>
              <p:cNvGrpSpPr/>
              <p:nvPr/>
            </p:nvGrpSpPr>
            <p:grpSpPr>
              <a:xfrm>
                <a:off x="12825027" y="6677598"/>
                <a:ext cx="1184624" cy="150019"/>
                <a:chOff x="12825027" y="6677598"/>
                <a:chExt cx="1184624" cy="150019"/>
              </a:xfrm>
            </p:grpSpPr>
            <p:sp>
              <p:nvSpPr>
                <p:cNvPr id="520" name="Google Shape;520;g311fd254064_0_248"/>
                <p:cNvSpPr/>
                <p:nvPr/>
              </p:nvSpPr>
              <p:spPr>
                <a:xfrm>
                  <a:off x="12825027" y="6679980"/>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1" name="Google Shape;521;g311fd254064_0_248"/>
                <p:cNvSpPr/>
                <p:nvPr/>
              </p:nvSpPr>
              <p:spPr>
                <a:xfrm>
                  <a:off x="12930563" y="6721985"/>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2" name="Google Shape;522;g311fd254064_0_248"/>
                <p:cNvSpPr/>
                <p:nvPr/>
              </p:nvSpPr>
              <p:spPr>
                <a:xfrm>
                  <a:off x="12996382"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3" name="Google Shape;523;g311fd254064_0_248"/>
                <p:cNvSpPr/>
                <p:nvPr/>
              </p:nvSpPr>
              <p:spPr>
                <a:xfrm>
                  <a:off x="13041141"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4" name="Google Shape;524;g311fd254064_0_248"/>
                <p:cNvSpPr/>
                <p:nvPr/>
              </p:nvSpPr>
              <p:spPr>
                <a:xfrm>
                  <a:off x="13071153" y="6721795"/>
                  <a:ext cx="72580" cy="73533"/>
                </a:xfrm>
                <a:custGeom>
                  <a:rect b="b" l="l" r="r" t="t"/>
                  <a:pathLst>
                    <a:path extrusionOk="0" h="73533" w="72580">
                      <a:moveTo>
                        <a:pt x="36290" y="73533"/>
                      </a:moveTo>
                      <a:cubicBezTo>
                        <a:pt x="25622" y="73533"/>
                        <a:pt x="16955" y="70104"/>
                        <a:pt x="10192" y="63151"/>
                      </a:cubicBezTo>
                      <a:cubicBezTo>
                        <a:pt x="3429" y="56197"/>
                        <a:pt x="0" y="47434"/>
                        <a:pt x="0" y="36766"/>
                      </a:cubicBezTo>
                      <a:cubicBezTo>
                        <a:pt x="0" y="26194"/>
                        <a:pt x="3429" y="17526"/>
                        <a:pt x="10192" y="10477"/>
                      </a:cubicBezTo>
                      <a:cubicBezTo>
                        <a:pt x="16955" y="3524"/>
                        <a:pt x="25718" y="0"/>
                        <a:pt x="36290" y="0"/>
                      </a:cubicBezTo>
                      <a:cubicBezTo>
                        <a:pt x="46863" y="0"/>
                        <a:pt x="55531" y="3524"/>
                        <a:pt x="62389" y="10477"/>
                      </a:cubicBezTo>
                      <a:cubicBezTo>
                        <a:pt x="69247" y="17431"/>
                        <a:pt x="72581" y="26194"/>
                        <a:pt x="72581" y="36766"/>
                      </a:cubicBezTo>
                      <a:cubicBezTo>
                        <a:pt x="72581" y="47434"/>
                        <a:pt x="69152" y="56197"/>
                        <a:pt x="62389" y="63151"/>
                      </a:cubicBezTo>
                      <a:cubicBezTo>
                        <a:pt x="55531" y="70104"/>
                        <a:pt x="46863" y="73533"/>
                        <a:pt x="36290" y="73533"/>
                      </a:cubicBezTo>
                      <a:close/>
                      <a:moveTo>
                        <a:pt x="36290" y="66104"/>
                      </a:moveTo>
                      <a:cubicBezTo>
                        <a:pt x="43529" y="66199"/>
                        <a:pt x="49816" y="63532"/>
                        <a:pt x="54959" y="58007"/>
                      </a:cubicBezTo>
                      <a:cubicBezTo>
                        <a:pt x="60103" y="52578"/>
                        <a:pt x="62770" y="45434"/>
                        <a:pt x="62770" y="36862"/>
                      </a:cubicBezTo>
                      <a:cubicBezTo>
                        <a:pt x="62770" y="28289"/>
                        <a:pt x="60198" y="21336"/>
                        <a:pt x="54959" y="15907"/>
                      </a:cubicBezTo>
                      <a:cubicBezTo>
                        <a:pt x="49816" y="10477"/>
                        <a:pt x="43529" y="7715"/>
                        <a:pt x="36290" y="7620"/>
                      </a:cubicBezTo>
                      <a:cubicBezTo>
                        <a:pt x="28861" y="7620"/>
                        <a:pt x="22670" y="10382"/>
                        <a:pt x="17526" y="15811"/>
                      </a:cubicBezTo>
                      <a:cubicBezTo>
                        <a:pt x="12383" y="21241"/>
                        <a:pt x="9811" y="28289"/>
                        <a:pt x="9811" y="36862"/>
                      </a:cubicBezTo>
                      <a:cubicBezTo>
                        <a:pt x="9716" y="45529"/>
                        <a:pt x="12287" y="52578"/>
                        <a:pt x="17431" y="58007"/>
                      </a:cubicBezTo>
                      <a:cubicBezTo>
                        <a:pt x="22574" y="63341"/>
                        <a:pt x="28861" y="66104"/>
                        <a:pt x="36290" y="661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5" name="Google Shape;525;g311fd254064_0_248"/>
                <p:cNvSpPr/>
                <p:nvPr/>
              </p:nvSpPr>
              <p:spPr>
                <a:xfrm>
                  <a:off x="13162213"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6" name="Google Shape;526;g311fd254064_0_248"/>
                <p:cNvSpPr/>
                <p:nvPr/>
              </p:nvSpPr>
              <p:spPr>
                <a:xfrm>
                  <a:off x="13235648" y="6721890"/>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7" name="Google Shape;527;g311fd254064_0_248"/>
                <p:cNvSpPr/>
                <p:nvPr/>
              </p:nvSpPr>
              <p:spPr>
                <a:xfrm>
                  <a:off x="13326233" y="6677598"/>
                  <a:ext cx="68008" cy="117729"/>
                </a:xfrm>
                <a:custGeom>
                  <a:rect b="b" l="l" r="r" t="t"/>
                  <a:pathLst>
                    <a:path extrusionOk="0" h="117729"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4"/>
                        <a:pt x="58674" y="107252"/>
                      </a:cubicBezTo>
                      <a:cubicBezTo>
                        <a:pt x="52388" y="114110"/>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300"/>
                      </a:moveTo>
                      <a:cubicBezTo>
                        <a:pt x="41338" y="110300"/>
                        <a:pt x="47149" y="107537"/>
                        <a:pt x="51625" y="102108"/>
                      </a:cubicBezTo>
                      <a:cubicBezTo>
                        <a:pt x="56007" y="96679"/>
                        <a:pt x="58198" y="89630"/>
                        <a:pt x="58198" y="81058"/>
                      </a:cubicBezTo>
                      <a:cubicBezTo>
                        <a:pt x="58102" y="72295"/>
                        <a:pt x="55721" y="65246"/>
                        <a:pt x="51149" y="59912"/>
                      </a:cubicBezTo>
                      <a:cubicBezTo>
                        <a:pt x="46577" y="54578"/>
                        <a:pt x="40386" y="51816"/>
                        <a:pt x="32671" y="51816"/>
                      </a:cubicBezTo>
                      <a:cubicBezTo>
                        <a:pt x="25622" y="51816"/>
                        <a:pt x="19812" y="54673"/>
                        <a:pt x="15335" y="60293"/>
                      </a:cubicBezTo>
                      <a:cubicBezTo>
                        <a:pt x="10858" y="66008"/>
                        <a:pt x="8668" y="72866"/>
                        <a:pt x="8668" y="81058"/>
                      </a:cubicBezTo>
                      <a:cubicBezTo>
                        <a:pt x="8668" y="90106"/>
                        <a:pt x="11144" y="97250"/>
                        <a:pt x="16097" y="102489"/>
                      </a:cubicBezTo>
                      <a:cubicBezTo>
                        <a:pt x="20955" y="107632"/>
                        <a:pt x="26860" y="110300"/>
                        <a:pt x="33909" y="1103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8" name="Google Shape;528;g311fd254064_0_248"/>
                <p:cNvSpPr/>
                <p:nvPr/>
              </p:nvSpPr>
              <p:spPr>
                <a:xfrm>
                  <a:off x="13412720" y="6677694"/>
                  <a:ext cx="9239" cy="114871"/>
                </a:xfrm>
                <a:custGeom>
                  <a:rect b="b" l="l" r="r" t="t"/>
                  <a:pathLst>
                    <a:path extrusionOk="0" h="114871" w="9239">
                      <a:moveTo>
                        <a:pt x="0" y="114871"/>
                      </a:moveTo>
                      <a:lnTo>
                        <a:pt x="0" y="0"/>
                      </a:lnTo>
                      <a:lnTo>
                        <a:pt x="9239" y="0"/>
                      </a:lnTo>
                      <a:lnTo>
                        <a:pt x="9239" y="114871"/>
                      </a:lnTo>
                      <a:lnTo>
                        <a:pt x="0" y="11487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29" name="Google Shape;529;g311fd254064_0_248"/>
                <p:cNvSpPr/>
                <p:nvPr/>
              </p:nvSpPr>
              <p:spPr>
                <a:xfrm>
                  <a:off x="13440343" y="6721795"/>
                  <a:ext cx="65055" cy="73533"/>
                </a:xfrm>
                <a:custGeom>
                  <a:rect b="b" l="l" r="r" t="t"/>
                  <a:pathLst>
                    <a:path extrusionOk="0" h="73533" w="65055">
                      <a:moveTo>
                        <a:pt x="58007" y="49339"/>
                      </a:moveTo>
                      <a:lnTo>
                        <a:pt x="65056" y="52959"/>
                      </a:lnTo>
                      <a:cubicBezTo>
                        <a:pt x="61627" y="59912"/>
                        <a:pt x="57341" y="65151"/>
                        <a:pt x="52102" y="68485"/>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4"/>
                        <a:pt x="34290" y="66104"/>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0" name="Google Shape;530;g311fd254064_0_248"/>
                <p:cNvSpPr/>
                <p:nvPr/>
              </p:nvSpPr>
              <p:spPr>
                <a:xfrm>
                  <a:off x="13561881" y="6683123"/>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1" name="Google Shape;531;g311fd254064_0_248"/>
                <p:cNvSpPr/>
                <p:nvPr/>
              </p:nvSpPr>
              <p:spPr>
                <a:xfrm>
                  <a:off x="13597219"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2" name="Google Shape;532;g311fd254064_0_248"/>
                <p:cNvSpPr/>
                <p:nvPr/>
              </p:nvSpPr>
              <p:spPr>
                <a:xfrm>
                  <a:off x="13668466"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3" name="Google Shape;533;g311fd254064_0_248"/>
                <p:cNvSpPr/>
                <p:nvPr/>
              </p:nvSpPr>
              <p:spPr>
                <a:xfrm>
                  <a:off x="13731322"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4" name="Google Shape;534;g311fd254064_0_248"/>
                <p:cNvSpPr/>
                <p:nvPr/>
              </p:nvSpPr>
              <p:spPr>
                <a:xfrm>
                  <a:off x="13761526" y="6721890"/>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5" name="Google Shape;535;g311fd254064_0_248"/>
                <p:cNvSpPr/>
                <p:nvPr/>
              </p:nvSpPr>
              <p:spPr>
                <a:xfrm>
                  <a:off x="13852108" y="6677694"/>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6" name="Google Shape;536;g311fd254064_0_248"/>
                <p:cNvSpPr/>
                <p:nvPr/>
              </p:nvSpPr>
              <p:spPr>
                <a:xfrm>
                  <a:off x="13921164"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37" name="Google Shape;537;g311fd254064_0_248"/>
                <p:cNvSpPr/>
                <p:nvPr/>
              </p:nvSpPr>
              <p:spPr>
                <a:xfrm>
                  <a:off x="13961741"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538" name="Google Shape;538;g311fd254064_0_248"/>
              <p:cNvGrpSpPr/>
              <p:nvPr/>
            </p:nvGrpSpPr>
            <p:grpSpPr>
              <a:xfrm>
                <a:off x="14161956" y="6681694"/>
                <a:ext cx="1201865" cy="112681"/>
                <a:chOff x="14161956" y="6681694"/>
                <a:chExt cx="1201865" cy="112681"/>
              </a:xfrm>
            </p:grpSpPr>
            <p:sp>
              <p:nvSpPr>
                <p:cNvPr id="539" name="Google Shape;539;g311fd254064_0_248"/>
                <p:cNvSpPr/>
                <p:nvPr/>
              </p:nvSpPr>
              <p:spPr>
                <a:xfrm>
                  <a:off x="14161956" y="6681694"/>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99"/>
                      </a:moveTo>
                      <a:lnTo>
                        <a:pt x="67151" y="68199"/>
                      </a:lnTo>
                      <a:lnTo>
                        <a:pt x="48196" y="23527"/>
                      </a:lnTo>
                      <a:lnTo>
                        <a:pt x="29242" y="681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0" name="Google Shape;540;g311fd254064_0_248"/>
                <p:cNvSpPr/>
                <p:nvPr/>
              </p:nvSpPr>
              <p:spPr>
                <a:xfrm>
                  <a:off x="14267301"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1" name="Google Shape;541;g311fd254064_0_248"/>
                <p:cNvSpPr/>
                <p:nvPr/>
              </p:nvSpPr>
              <p:spPr>
                <a:xfrm>
                  <a:off x="14337405" y="6720937"/>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2" name="Google Shape;542;g311fd254064_0_248"/>
                <p:cNvSpPr/>
                <p:nvPr/>
              </p:nvSpPr>
              <p:spPr>
                <a:xfrm>
                  <a:off x="14411890" y="6723699"/>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3" name="Google Shape;543;g311fd254064_0_248"/>
                <p:cNvSpPr/>
                <p:nvPr/>
              </p:nvSpPr>
              <p:spPr>
                <a:xfrm>
                  <a:off x="14489998" y="6724842"/>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1"/>
                        <a:pt x="32861" y="476"/>
                      </a:cubicBezTo>
                      <a:cubicBezTo>
                        <a:pt x="34290" y="762"/>
                        <a:pt x="35623" y="1143"/>
                        <a:pt x="36957" y="1524"/>
                      </a:cubicBezTo>
                      <a:lnTo>
                        <a:pt x="34195" y="10287"/>
                      </a:lnTo>
                      <a:cubicBezTo>
                        <a:pt x="33147" y="9811"/>
                        <a:pt x="32099" y="9335"/>
                        <a:pt x="31052" y="9049"/>
                      </a:cubicBezTo>
                      <a:cubicBezTo>
                        <a:pt x="30004" y="8763"/>
                        <a:pt x="28861" y="8573"/>
                        <a:pt x="27622" y="8573"/>
                      </a:cubicBezTo>
                      <a:cubicBezTo>
                        <a:pt x="23146" y="8573"/>
                        <a:pt x="18955" y="11335"/>
                        <a:pt x="15145" y="16859"/>
                      </a:cubicBezTo>
                      <a:cubicBezTo>
                        <a:pt x="11335" y="22384"/>
                        <a:pt x="9430" y="28194"/>
                        <a:pt x="9430" y="34385"/>
                      </a:cubicBezTo>
                      <a:lnTo>
                        <a:pt x="9430" y="69437"/>
                      </a:lnTo>
                      <a:lnTo>
                        <a:pt x="0" y="6943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4" name="Google Shape;544;g311fd254064_0_248"/>
                <p:cNvSpPr/>
                <p:nvPr/>
              </p:nvSpPr>
              <p:spPr>
                <a:xfrm>
                  <a:off x="14535811" y="6720842"/>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5" name="Google Shape;545;g311fd254064_0_248"/>
                <p:cNvSpPr/>
                <p:nvPr/>
              </p:nvSpPr>
              <p:spPr>
                <a:xfrm>
                  <a:off x="14617537" y="6700078"/>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6" name="Google Shape;546;g311fd254064_0_248"/>
                <p:cNvSpPr/>
                <p:nvPr/>
              </p:nvSpPr>
              <p:spPr>
                <a:xfrm>
                  <a:off x="14660305" y="6720747"/>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7" name="Google Shape;547;g311fd254064_0_248"/>
                <p:cNvSpPr/>
                <p:nvPr/>
              </p:nvSpPr>
              <p:spPr>
                <a:xfrm>
                  <a:off x="14781463" y="6684838"/>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5"/>
                        <a:pt x="80200" y="83820"/>
                        <a:pt x="69818" y="94107"/>
                      </a:cubicBezTo>
                      <a:cubicBezTo>
                        <a:pt x="59436" y="104394"/>
                        <a:pt x="45148" y="109538"/>
                        <a:pt x="26670" y="109538"/>
                      </a:cubicBezTo>
                      <a:lnTo>
                        <a:pt x="0" y="109538"/>
                      </a:lnTo>
                      <a:close/>
                      <a:moveTo>
                        <a:pt x="10478" y="100774"/>
                      </a:moveTo>
                      <a:lnTo>
                        <a:pt x="25717" y="100774"/>
                      </a:lnTo>
                      <a:cubicBezTo>
                        <a:pt x="40576" y="100870"/>
                        <a:pt x="52388" y="96964"/>
                        <a:pt x="61150" y="89059"/>
                      </a:cubicBezTo>
                      <a:cubicBezTo>
                        <a:pt x="69913" y="81153"/>
                        <a:pt x="74390" y="69723"/>
                        <a:pt x="74390" y="54864"/>
                      </a:cubicBezTo>
                      <a:cubicBezTo>
                        <a:pt x="74390" y="40957"/>
                        <a:pt x="69913" y="29908"/>
                        <a:pt x="61055" y="21526"/>
                      </a:cubicBezTo>
                      <a:cubicBezTo>
                        <a:pt x="52197" y="13145"/>
                        <a:pt x="40386" y="8954"/>
                        <a:pt x="25717" y="8954"/>
                      </a:cubicBezTo>
                      <a:lnTo>
                        <a:pt x="10478" y="8954"/>
                      </a:lnTo>
                      <a:lnTo>
                        <a:pt x="10478" y="1007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8" name="Google Shape;548;g311fd254064_0_248"/>
                <p:cNvSpPr/>
                <p:nvPr/>
              </p:nvSpPr>
              <p:spPr>
                <a:xfrm>
                  <a:off x="14882523" y="6720747"/>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49" name="Google Shape;549;g311fd254064_0_248"/>
                <p:cNvSpPr/>
                <p:nvPr/>
              </p:nvSpPr>
              <p:spPr>
                <a:xfrm>
                  <a:off x="14961674"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0" name="Google Shape;550;g311fd254064_0_248"/>
                <p:cNvSpPr/>
                <p:nvPr/>
              </p:nvSpPr>
              <p:spPr>
                <a:xfrm>
                  <a:off x="15033674" y="6696363"/>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1" name="Google Shape;551;g311fd254064_0_248"/>
                <p:cNvSpPr/>
                <p:nvPr/>
              </p:nvSpPr>
              <p:spPr>
                <a:xfrm>
                  <a:off x="15061402"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30"/>
                        <a:pt x="23622" y="7430"/>
                      </a:cubicBezTo>
                      <a:cubicBezTo>
                        <a:pt x="20098" y="7430"/>
                        <a:pt x="17336" y="8477"/>
                        <a:pt x="15240" y="10478"/>
                      </a:cubicBezTo>
                      <a:cubicBezTo>
                        <a:pt x="13145"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9"/>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2" name="Google Shape;552;g311fd254064_0_248"/>
                <p:cNvSpPr/>
                <p:nvPr/>
              </p:nvSpPr>
              <p:spPr>
                <a:xfrm>
                  <a:off x="15124235" y="6696363"/>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3" name="Google Shape;553;g311fd254064_0_248"/>
                <p:cNvSpPr/>
                <p:nvPr/>
              </p:nvSpPr>
              <p:spPr>
                <a:xfrm>
                  <a:off x="15154176" y="6720747"/>
                  <a:ext cx="72389" cy="73533"/>
                </a:xfrm>
                <a:custGeom>
                  <a:rect b="b" l="l" r="r" t="t"/>
                  <a:pathLst>
                    <a:path extrusionOk="0" h="73533" w="72389">
                      <a:moveTo>
                        <a:pt x="36195" y="73533"/>
                      </a:moveTo>
                      <a:cubicBezTo>
                        <a:pt x="25527" y="73533"/>
                        <a:pt x="16859" y="70104"/>
                        <a:pt x="10096" y="63151"/>
                      </a:cubicBezTo>
                      <a:cubicBezTo>
                        <a:pt x="3334" y="56197"/>
                        <a:pt x="0" y="47435"/>
                        <a:pt x="0" y="36767"/>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7"/>
                      </a:cubicBezTo>
                      <a:cubicBezTo>
                        <a:pt x="72390" y="47435"/>
                        <a:pt x="68961" y="56197"/>
                        <a:pt x="62198" y="63151"/>
                      </a:cubicBezTo>
                      <a:cubicBezTo>
                        <a:pt x="55435" y="70104"/>
                        <a:pt x="46768" y="73533"/>
                        <a:pt x="36195" y="73533"/>
                      </a:cubicBezTo>
                      <a:close/>
                      <a:moveTo>
                        <a:pt x="36195" y="66104"/>
                      </a:moveTo>
                      <a:cubicBezTo>
                        <a:pt x="43434" y="66199"/>
                        <a:pt x="49721" y="63532"/>
                        <a:pt x="54864" y="58007"/>
                      </a:cubicBezTo>
                      <a:cubicBezTo>
                        <a:pt x="60007" y="52578"/>
                        <a:pt x="62579" y="45434"/>
                        <a:pt x="62579" y="36862"/>
                      </a:cubicBezTo>
                      <a:cubicBezTo>
                        <a:pt x="62579" y="28289"/>
                        <a:pt x="60007" y="21336"/>
                        <a:pt x="54864" y="15907"/>
                      </a:cubicBezTo>
                      <a:cubicBezTo>
                        <a:pt x="49721" y="10478"/>
                        <a:pt x="43434" y="7715"/>
                        <a:pt x="36195" y="7620"/>
                      </a:cubicBezTo>
                      <a:cubicBezTo>
                        <a:pt x="28861" y="7620"/>
                        <a:pt x="22574" y="10382"/>
                        <a:pt x="17431" y="15812"/>
                      </a:cubicBezTo>
                      <a:cubicBezTo>
                        <a:pt x="12287" y="21241"/>
                        <a:pt x="9715" y="28289"/>
                        <a:pt x="9715" y="36862"/>
                      </a:cubicBezTo>
                      <a:cubicBezTo>
                        <a:pt x="9620" y="45529"/>
                        <a:pt x="12192" y="52578"/>
                        <a:pt x="17335" y="58007"/>
                      </a:cubicBezTo>
                      <a:cubicBezTo>
                        <a:pt x="22574" y="63341"/>
                        <a:pt x="28861" y="66104"/>
                        <a:pt x="36195" y="661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4" name="Google Shape;554;g311fd254064_0_248"/>
                <p:cNvSpPr/>
                <p:nvPr/>
              </p:nvSpPr>
              <p:spPr>
                <a:xfrm>
                  <a:off x="15245044" y="6723604"/>
                  <a:ext cx="54768" cy="70675"/>
                </a:xfrm>
                <a:custGeom>
                  <a:rect b="b" l="l" r="r" t="t"/>
                  <a:pathLst>
                    <a:path extrusionOk="0" h="70675" w="54768">
                      <a:moveTo>
                        <a:pt x="0" y="70675"/>
                      </a:moveTo>
                      <a:lnTo>
                        <a:pt x="0" y="2857"/>
                      </a:lnTo>
                      <a:lnTo>
                        <a:pt x="9239" y="2857"/>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8"/>
                        <a:pt x="54769" y="27241"/>
                      </a:cubicBezTo>
                      <a:lnTo>
                        <a:pt x="54769" y="70675"/>
                      </a:lnTo>
                      <a:lnTo>
                        <a:pt x="45529" y="70675"/>
                      </a:lnTo>
                      <a:lnTo>
                        <a:pt x="45529" y="28480"/>
                      </a:lnTo>
                      <a:cubicBezTo>
                        <a:pt x="45529" y="21145"/>
                        <a:pt x="44291" y="15907"/>
                        <a:pt x="41815" y="12573"/>
                      </a:cubicBezTo>
                      <a:cubicBezTo>
                        <a:pt x="39338" y="9239"/>
                        <a:pt x="35528" y="7525"/>
                        <a:pt x="30575" y="7525"/>
                      </a:cubicBezTo>
                      <a:cubicBezTo>
                        <a:pt x="24289" y="7525"/>
                        <a:pt x="19241" y="10192"/>
                        <a:pt x="15240" y="15526"/>
                      </a:cubicBezTo>
                      <a:cubicBezTo>
                        <a:pt x="11240" y="20859"/>
                        <a:pt x="9239" y="27432"/>
                        <a:pt x="9239" y="35338"/>
                      </a:cubicBezTo>
                      <a:lnTo>
                        <a:pt x="9239" y="70675"/>
                      </a:lnTo>
                      <a:lnTo>
                        <a:pt x="0" y="7067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5" name="Google Shape;555;g311fd254064_0_248"/>
                <p:cNvSpPr/>
                <p:nvPr/>
              </p:nvSpPr>
              <p:spPr>
                <a:xfrm>
                  <a:off x="15316101"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30"/>
                        <a:pt x="23622" y="7430"/>
                      </a:cubicBezTo>
                      <a:cubicBezTo>
                        <a:pt x="20098" y="7430"/>
                        <a:pt x="17335" y="8477"/>
                        <a:pt x="15240" y="10478"/>
                      </a:cubicBezTo>
                      <a:cubicBezTo>
                        <a:pt x="13144"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9"/>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sp>
          <p:nvSpPr>
            <p:cNvPr id="556" name="Google Shape;556;g311fd254064_0_248"/>
            <p:cNvSpPr/>
            <p:nvPr/>
          </p:nvSpPr>
          <p:spPr>
            <a:xfrm>
              <a:off x="12502252" y="7274676"/>
              <a:ext cx="81552" cy="318943"/>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7" name="Google Shape;557;g311fd254064_0_248"/>
            <p:cNvSpPr/>
            <p:nvPr/>
          </p:nvSpPr>
          <p:spPr>
            <a:xfrm>
              <a:off x="12625578" y="7273741"/>
              <a:ext cx="110363" cy="319929"/>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924"/>
                    <a:pt x="27908" y="140779"/>
                  </a:cubicBezTo>
                  <a:cubicBezTo>
                    <a:pt x="45053" y="128207"/>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8" name="Google Shape;558;g311fd254064_0_248"/>
            <p:cNvSpPr/>
            <p:nvPr/>
          </p:nvSpPr>
          <p:spPr>
            <a:xfrm>
              <a:off x="12773227" y="7274573"/>
              <a:ext cx="101278" cy="31904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8"/>
                    <a:pt x="118777" y="514826"/>
                  </a:cubicBezTo>
                  <a:cubicBezTo>
                    <a:pt x="131540" y="525304"/>
                    <a:pt x="153829" y="534829"/>
                    <a:pt x="185833" y="543306"/>
                  </a:cubicBezTo>
                  <a:lnTo>
                    <a:pt x="156115" y="585406"/>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59" name="Google Shape;559;g311fd254064_0_248"/>
            <p:cNvSpPr/>
            <p:nvPr/>
          </p:nvSpPr>
          <p:spPr>
            <a:xfrm>
              <a:off x="12915679" y="7274573"/>
              <a:ext cx="95672" cy="31904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2"/>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6"/>
                  </a:lnTo>
                  <a:cubicBezTo>
                    <a:pt x="71533" y="571405"/>
                    <a:pt x="36195" y="546544"/>
                    <a:pt x="18574" y="511016"/>
                  </a:cubicBezTo>
                  <a:cubicBezTo>
                    <a:pt x="6191" y="486061"/>
                    <a:pt x="0" y="445675"/>
                    <a:pt x="0" y="389954"/>
                  </a:cubicBezTo>
                  <a:lnTo>
                    <a:pt x="0" y="64484"/>
                  </a:lnTo>
                  <a:cubicBezTo>
                    <a:pt x="0" y="46863"/>
                    <a:pt x="9334" y="31528"/>
                    <a:pt x="27908" y="18669"/>
                  </a:cubicBezTo>
                  <a:cubicBezTo>
                    <a:pt x="45053" y="6191"/>
                    <a:pt x="64294" y="0"/>
                    <a:pt x="85534" y="0"/>
                  </a:cubicBezTo>
                  <a:close/>
                  <a:moveTo>
                    <a:pt x="88011" y="50101"/>
                  </a:moveTo>
                  <a:cubicBezTo>
                    <a:pt x="65818" y="50101"/>
                    <a:pt x="54769" y="59817"/>
                    <a:pt x="54769" y="79153"/>
                  </a:cubicBezTo>
                  <a:lnTo>
                    <a:pt x="54769" y="382714"/>
                  </a:lnTo>
                  <a:cubicBezTo>
                    <a:pt x="54769" y="402050"/>
                    <a:pt x="65818" y="411766"/>
                    <a:pt x="88011" y="411766"/>
                  </a:cubicBezTo>
                  <a:cubicBezTo>
                    <a:pt x="109823" y="411766"/>
                    <a:pt x="120777" y="402050"/>
                    <a:pt x="120777" y="382714"/>
                  </a:cubicBezTo>
                  <a:lnTo>
                    <a:pt x="120777" y="79153"/>
                  </a:lnTo>
                  <a:cubicBezTo>
                    <a:pt x="120777" y="59722"/>
                    <a:pt x="109823" y="50101"/>
                    <a:pt x="88011" y="5010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60" name="Google Shape;560;g311fd254064_0_248"/>
            <p:cNvSpPr/>
            <p:nvPr/>
          </p:nvSpPr>
          <p:spPr>
            <a:xfrm>
              <a:off x="13059794" y="7274573"/>
              <a:ext cx="95672" cy="319046"/>
            </a:xfrm>
            <a:custGeom>
              <a:rect b="b" l="l" r="r" t="t"/>
              <a:pathLst>
                <a:path extrusionOk="0" h="585406" w="175545">
                  <a:moveTo>
                    <a:pt x="85535" y="0"/>
                  </a:moveTo>
                  <a:cubicBezTo>
                    <a:pt x="108395" y="0"/>
                    <a:pt x="128588" y="5810"/>
                    <a:pt x="146209" y="17335"/>
                  </a:cubicBezTo>
                  <a:cubicBezTo>
                    <a:pt x="165735" y="29718"/>
                    <a:pt x="175546" y="45529"/>
                    <a:pt x="175546" y="64675"/>
                  </a:cubicBezTo>
                  <a:lnTo>
                    <a:pt x="175546" y="585406"/>
                  </a:lnTo>
                  <a:lnTo>
                    <a:pt x="120777" y="585406"/>
                  </a:lnTo>
                  <a:lnTo>
                    <a:pt x="120777" y="79058"/>
                  </a:lnTo>
                  <a:cubicBezTo>
                    <a:pt x="120777" y="59626"/>
                    <a:pt x="109823" y="49911"/>
                    <a:pt x="88011" y="49911"/>
                  </a:cubicBezTo>
                  <a:cubicBezTo>
                    <a:pt x="65818" y="49911"/>
                    <a:pt x="54769" y="59626"/>
                    <a:pt x="54769" y="79058"/>
                  </a:cubicBezTo>
                  <a:lnTo>
                    <a:pt x="54769" y="585406"/>
                  </a:lnTo>
                  <a:lnTo>
                    <a:pt x="0" y="585406"/>
                  </a:lnTo>
                  <a:lnTo>
                    <a:pt x="0" y="64675"/>
                  </a:lnTo>
                  <a:cubicBezTo>
                    <a:pt x="0" y="46958"/>
                    <a:pt x="9335" y="31623"/>
                    <a:pt x="27908" y="18669"/>
                  </a:cubicBezTo>
                  <a:cubicBezTo>
                    <a:pt x="45053" y="6191"/>
                    <a:pt x="64294" y="0"/>
                    <a:pt x="8553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61" name="Google Shape;561;g311fd254064_0_248"/>
            <p:cNvSpPr/>
            <p:nvPr/>
          </p:nvSpPr>
          <p:spPr>
            <a:xfrm>
              <a:off x="13205832" y="7274573"/>
              <a:ext cx="101278" cy="31904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8"/>
                    <a:pt x="118777" y="514826"/>
                  </a:cubicBezTo>
                  <a:cubicBezTo>
                    <a:pt x="131445" y="525304"/>
                    <a:pt x="153829" y="534829"/>
                    <a:pt x="185833" y="543306"/>
                  </a:cubicBezTo>
                  <a:lnTo>
                    <a:pt x="156115" y="585406"/>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62" name="Google Shape;562;g311fd254064_0_248"/>
            <p:cNvSpPr/>
            <p:nvPr/>
          </p:nvSpPr>
          <p:spPr>
            <a:xfrm>
              <a:off x="13348231" y="7274624"/>
              <a:ext cx="96710" cy="318994"/>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63" name="Google Shape;563;g311fd254064_0_248"/>
            <p:cNvSpPr/>
            <p:nvPr/>
          </p:nvSpPr>
          <p:spPr>
            <a:xfrm>
              <a:off x="13495725" y="7274624"/>
              <a:ext cx="32911" cy="318994"/>
            </a:xfrm>
            <a:custGeom>
              <a:rect b="b" l="l" r="r" t="t"/>
              <a:pathLst>
                <a:path extrusionOk="0" h="585311" w="60388">
                  <a:moveTo>
                    <a:pt x="3143" y="585312"/>
                  </a:moveTo>
                  <a:lnTo>
                    <a:pt x="3143" y="115253"/>
                  </a:lnTo>
                  <a:lnTo>
                    <a:pt x="57912" y="115253"/>
                  </a:lnTo>
                  <a:lnTo>
                    <a:pt x="57912" y="585312"/>
                  </a:lnTo>
                  <a:lnTo>
                    <a:pt x="3143" y="585312"/>
                  </a:lnTo>
                  <a:close/>
                  <a:moveTo>
                    <a:pt x="0" y="30195"/>
                  </a:moveTo>
                  <a:cubicBezTo>
                    <a:pt x="0" y="46863"/>
                    <a:pt x="13526" y="60389"/>
                    <a:pt x="30194" y="60389"/>
                  </a:cubicBezTo>
                  <a:cubicBezTo>
                    <a:pt x="46863" y="60389"/>
                    <a:pt x="60388" y="46863"/>
                    <a:pt x="60388" y="30195"/>
                  </a:cubicBezTo>
                  <a:cubicBezTo>
                    <a:pt x="60388" y="13526"/>
                    <a:pt x="46863" y="0"/>
                    <a:pt x="30194" y="0"/>
                  </a:cubicBezTo>
                  <a:cubicBezTo>
                    <a:pt x="13621" y="-95"/>
                    <a:pt x="0" y="13526"/>
                    <a:pt x="0" y="30195"/>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64" name="Google Shape;564;g311fd254064_0_248"/>
            <p:cNvSpPr/>
            <p:nvPr/>
          </p:nvSpPr>
          <p:spPr>
            <a:xfrm>
              <a:off x="13577787" y="7274573"/>
              <a:ext cx="95672" cy="318943"/>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0"/>
                    <a:pt x="90392" y="457390"/>
                  </a:cubicBezTo>
                  <a:lnTo>
                    <a:pt x="85534" y="457390"/>
                  </a:lnTo>
                  <a:cubicBezTo>
                    <a:pt x="75724" y="457390"/>
                    <a:pt x="66104" y="455867"/>
                    <a:pt x="56674" y="452818"/>
                  </a:cubicBezTo>
                  <a:cubicBezTo>
                    <a:pt x="59912" y="479393"/>
                    <a:pt x="69723" y="499681"/>
                    <a:pt x="86011" y="513588"/>
                  </a:cubicBezTo>
                  <a:cubicBezTo>
                    <a:pt x="100013" y="525304"/>
                    <a:pt x="122872" y="535496"/>
                    <a:pt x="154496" y="544163"/>
                  </a:cubicBezTo>
                  <a:lnTo>
                    <a:pt x="124682" y="585216"/>
                  </a:lnTo>
                  <a:cubicBezTo>
                    <a:pt x="71533" y="571214"/>
                    <a:pt x="36195" y="546544"/>
                    <a:pt x="18574" y="511016"/>
                  </a:cubicBezTo>
                  <a:cubicBezTo>
                    <a:pt x="6191" y="486156"/>
                    <a:pt x="0" y="445865"/>
                    <a:pt x="0" y="390239"/>
                  </a:cubicBezTo>
                  <a:lnTo>
                    <a:pt x="0" y="64008"/>
                  </a:lnTo>
                  <a:cubicBezTo>
                    <a:pt x="0" y="46387"/>
                    <a:pt x="9334" y="31147"/>
                    <a:pt x="27908" y="18288"/>
                  </a:cubicBezTo>
                  <a:cubicBezTo>
                    <a:pt x="45148" y="6191"/>
                    <a:pt x="64389" y="0"/>
                    <a:pt x="85534" y="0"/>
                  </a:cubicBezTo>
                  <a:close/>
                  <a:moveTo>
                    <a:pt x="88011" y="49911"/>
                  </a:moveTo>
                  <a:cubicBezTo>
                    <a:pt x="65818" y="49911"/>
                    <a:pt x="54769" y="59531"/>
                    <a:pt x="54769" y="78867"/>
                  </a:cubicBezTo>
                  <a:lnTo>
                    <a:pt x="54769" y="383286"/>
                  </a:lnTo>
                  <a:cubicBezTo>
                    <a:pt x="54769" y="402526"/>
                    <a:pt x="65818" y="412242"/>
                    <a:pt x="88011" y="412242"/>
                  </a:cubicBezTo>
                  <a:cubicBezTo>
                    <a:pt x="109823" y="412242"/>
                    <a:pt x="120777" y="402622"/>
                    <a:pt x="120777" y="383286"/>
                  </a:cubicBezTo>
                  <a:lnTo>
                    <a:pt x="120777" y="78867"/>
                  </a:lnTo>
                  <a:cubicBezTo>
                    <a:pt x="120777" y="59626"/>
                    <a:pt x="109823" y="49911"/>
                    <a:pt x="88011" y="49911"/>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65" name="Google Shape;565;g311fd254064_0_248"/>
            <p:cNvSpPr/>
            <p:nvPr/>
          </p:nvSpPr>
          <p:spPr>
            <a:xfrm>
              <a:off x="13721901" y="7274624"/>
              <a:ext cx="163624" cy="318994"/>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4"/>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566" name="Google Shape;566;g311fd254064_0_248"/>
            <p:cNvGrpSpPr/>
            <p:nvPr/>
          </p:nvGrpSpPr>
          <p:grpSpPr>
            <a:xfrm>
              <a:off x="12886508" y="6640202"/>
              <a:ext cx="614318" cy="480396"/>
              <a:chOff x="13531497" y="4752786"/>
              <a:chExt cx="1125949" cy="880491"/>
            </a:xfrm>
          </p:grpSpPr>
          <p:grpSp>
            <p:nvGrpSpPr>
              <p:cNvPr id="567" name="Google Shape;567;g311fd254064_0_248"/>
              <p:cNvGrpSpPr/>
              <p:nvPr/>
            </p:nvGrpSpPr>
            <p:grpSpPr>
              <a:xfrm>
                <a:off x="14094424" y="4752786"/>
                <a:ext cx="563022" cy="880491"/>
                <a:chOff x="14094424" y="4752786"/>
                <a:chExt cx="563022" cy="880491"/>
              </a:xfrm>
            </p:grpSpPr>
            <p:sp>
              <p:nvSpPr>
                <p:cNvPr id="568" name="Google Shape;568;g311fd254064_0_248"/>
                <p:cNvSpPr/>
                <p:nvPr/>
              </p:nvSpPr>
              <p:spPr>
                <a:xfrm>
                  <a:off x="14094424" y="5054919"/>
                  <a:ext cx="499300" cy="325564"/>
                </a:xfrm>
                <a:custGeom>
                  <a:rect b="b" l="l" r="r" t="t"/>
                  <a:pathLst>
                    <a:path extrusionOk="0" h="325564" w="499300">
                      <a:moveTo>
                        <a:pt x="499301" y="162497"/>
                      </a:moveTo>
                      <a:lnTo>
                        <a:pt x="0" y="0"/>
                      </a:lnTo>
                      <a:lnTo>
                        <a:pt x="0" y="177832"/>
                      </a:lnTo>
                      <a:lnTo>
                        <a:pt x="453962" y="325565"/>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69" name="Google Shape;569;g311fd254064_0_248"/>
                <p:cNvSpPr/>
                <p:nvPr/>
              </p:nvSpPr>
              <p:spPr>
                <a:xfrm>
                  <a:off x="14094424" y="5217416"/>
                  <a:ext cx="499300" cy="415861"/>
                </a:xfrm>
                <a:custGeom>
                  <a:rect b="b" l="l" r="r" t="t"/>
                  <a:pathLst>
                    <a:path extrusionOk="0" h="415861" w="499300">
                      <a:moveTo>
                        <a:pt x="0" y="245364"/>
                      </a:moveTo>
                      <a:lnTo>
                        <a:pt x="95" y="415861"/>
                      </a:lnTo>
                      <a:lnTo>
                        <a:pt x="454438" y="192405"/>
                      </a:lnTo>
                      <a:lnTo>
                        <a:pt x="499301" y="0"/>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570" name="Google Shape;570;g311fd254064_0_248"/>
                <p:cNvGrpSpPr/>
                <p:nvPr/>
              </p:nvGrpSpPr>
              <p:grpSpPr>
                <a:xfrm>
                  <a:off x="14094424" y="4752786"/>
                  <a:ext cx="563022" cy="627697"/>
                  <a:chOff x="14094424" y="4752786"/>
                  <a:chExt cx="563022" cy="627697"/>
                </a:xfrm>
              </p:grpSpPr>
              <p:sp>
                <p:nvSpPr>
                  <p:cNvPr id="571" name="Google Shape;571;g311fd254064_0_248"/>
                  <p:cNvSpPr/>
                  <p:nvPr/>
                </p:nvSpPr>
                <p:spPr>
                  <a:xfrm>
                    <a:off x="14094424" y="4752786"/>
                    <a:ext cx="563022" cy="369379"/>
                  </a:xfrm>
                  <a:custGeom>
                    <a:rect b="b" l="l" r="r" t="t"/>
                    <a:pathLst>
                      <a:path extrusionOk="0" h="369379" w="563022">
                        <a:moveTo>
                          <a:pt x="563023" y="181737"/>
                        </a:moveTo>
                        <a:lnTo>
                          <a:pt x="493109" y="369380"/>
                        </a:lnTo>
                        <a:lnTo>
                          <a:pt x="303181" y="308991"/>
                        </a:lnTo>
                        <a:lnTo>
                          <a:pt x="0" y="209074"/>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72" name="Google Shape;572;g311fd254064_0_248"/>
                  <p:cNvSpPr/>
                  <p:nvPr/>
                </p:nvSpPr>
                <p:spPr>
                  <a:xfrm>
                    <a:off x="14094424" y="4934523"/>
                    <a:ext cx="563022" cy="445960"/>
                  </a:xfrm>
                  <a:custGeom>
                    <a:rect b="b" l="l" r="r" t="t"/>
                    <a:pathLst>
                      <a:path extrusionOk="0" h="445960" w="563022">
                        <a:moveTo>
                          <a:pt x="563023" y="0"/>
                        </a:moveTo>
                        <a:lnTo>
                          <a:pt x="518446" y="190881"/>
                        </a:lnTo>
                        <a:lnTo>
                          <a:pt x="0" y="445961"/>
                        </a:lnTo>
                        <a:lnTo>
                          <a:pt x="0" y="275654"/>
                        </a:lnTo>
                        <a:lnTo>
                          <a:pt x="303181" y="127254"/>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573" name="Google Shape;573;g311fd254064_0_248"/>
              <p:cNvGrpSpPr/>
              <p:nvPr/>
            </p:nvGrpSpPr>
            <p:grpSpPr>
              <a:xfrm>
                <a:off x="13531497" y="4752786"/>
                <a:ext cx="562927" cy="880491"/>
                <a:chOff x="13531497" y="4752786"/>
                <a:chExt cx="562927" cy="880491"/>
              </a:xfrm>
            </p:grpSpPr>
            <p:sp>
              <p:nvSpPr>
                <p:cNvPr id="574" name="Google Shape;574;g311fd254064_0_248"/>
                <p:cNvSpPr/>
                <p:nvPr/>
              </p:nvSpPr>
              <p:spPr>
                <a:xfrm>
                  <a:off x="13595124" y="5054919"/>
                  <a:ext cx="499300" cy="325564"/>
                </a:xfrm>
                <a:custGeom>
                  <a:rect b="b" l="l" r="r" t="t"/>
                  <a:pathLst>
                    <a:path extrusionOk="0" h="325564" w="499300">
                      <a:moveTo>
                        <a:pt x="0" y="162497"/>
                      </a:moveTo>
                      <a:lnTo>
                        <a:pt x="499300" y="0"/>
                      </a:lnTo>
                      <a:lnTo>
                        <a:pt x="499300" y="177832"/>
                      </a:lnTo>
                      <a:lnTo>
                        <a:pt x="45339" y="325565"/>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75" name="Google Shape;575;g311fd254064_0_248"/>
                <p:cNvSpPr/>
                <p:nvPr/>
              </p:nvSpPr>
              <p:spPr>
                <a:xfrm>
                  <a:off x="13595124" y="5217416"/>
                  <a:ext cx="499300" cy="415861"/>
                </a:xfrm>
                <a:custGeom>
                  <a:rect b="b" l="l" r="r" t="t"/>
                  <a:pathLst>
                    <a:path extrusionOk="0" h="415861" w="499300">
                      <a:moveTo>
                        <a:pt x="499300" y="245364"/>
                      </a:moveTo>
                      <a:lnTo>
                        <a:pt x="499300" y="415861"/>
                      </a:lnTo>
                      <a:lnTo>
                        <a:pt x="44958" y="192405"/>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576" name="Google Shape;576;g311fd254064_0_248"/>
                <p:cNvGrpSpPr/>
                <p:nvPr/>
              </p:nvGrpSpPr>
              <p:grpSpPr>
                <a:xfrm>
                  <a:off x="13531497" y="4752786"/>
                  <a:ext cx="562927" cy="627697"/>
                  <a:chOff x="13531497" y="4752786"/>
                  <a:chExt cx="562927" cy="627697"/>
                </a:xfrm>
              </p:grpSpPr>
              <p:sp>
                <p:nvSpPr>
                  <p:cNvPr id="577" name="Google Shape;577;g311fd254064_0_248"/>
                  <p:cNvSpPr/>
                  <p:nvPr/>
                </p:nvSpPr>
                <p:spPr>
                  <a:xfrm>
                    <a:off x="13531497" y="4752786"/>
                    <a:ext cx="562927" cy="369379"/>
                  </a:xfrm>
                  <a:custGeom>
                    <a:rect b="b" l="l" r="r" t="t"/>
                    <a:pathLst>
                      <a:path extrusionOk="0" h="369379" w="562927">
                        <a:moveTo>
                          <a:pt x="0" y="181737"/>
                        </a:moveTo>
                        <a:lnTo>
                          <a:pt x="69818" y="369380"/>
                        </a:lnTo>
                        <a:lnTo>
                          <a:pt x="259842" y="308991"/>
                        </a:lnTo>
                        <a:lnTo>
                          <a:pt x="562928" y="209074"/>
                        </a:lnTo>
                        <a:lnTo>
                          <a:pt x="562928" y="0"/>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578" name="Google Shape;578;g311fd254064_0_248"/>
                  <p:cNvSpPr/>
                  <p:nvPr/>
                </p:nvSpPr>
                <p:spPr>
                  <a:xfrm>
                    <a:off x="13531497" y="4934523"/>
                    <a:ext cx="562927" cy="445960"/>
                  </a:xfrm>
                  <a:custGeom>
                    <a:rect b="b" l="l" r="r" t="t"/>
                    <a:pathLst>
                      <a:path extrusionOk="0" h="445960" w="562927">
                        <a:moveTo>
                          <a:pt x="0" y="0"/>
                        </a:moveTo>
                        <a:lnTo>
                          <a:pt x="44482" y="190881"/>
                        </a:lnTo>
                        <a:lnTo>
                          <a:pt x="562928" y="445961"/>
                        </a:lnTo>
                        <a:lnTo>
                          <a:pt x="562928" y="275654"/>
                        </a:lnTo>
                        <a:lnTo>
                          <a:pt x="259842" y="127254"/>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descr="A blue and white background with dots&#10;&#10;Description automatically generated" id="583" name="Google Shape;583;g31226ebda3f_0_305"/>
          <p:cNvPicPr preferRelativeResize="0"/>
          <p:nvPr>
            <p:ph idx="3" type="pic"/>
          </p:nvPr>
        </p:nvPicPr>
        <p:blipFill rotWithShape="1">
          <a:blip r:embed="rId3">
            <a:alphaModFix/>
          </a:blip>
          <a:srcRect b="0" l="0" r="0" t="0"/>
          <a:stretch/>
        </p:blipFill>
        <p:spPr>
          <a:xfrm>
            <a:off x="0" y="-9525"/>
            <a:ext cx="4322762" cy="8239124"/>
          </a:xfrm>
          <a:prstGeom prst="rect">
            <a:avLst/>
          </a:prstGeom>
          <a:noFill/>
          <a:ln>
            <a:noFill/>
          </a:ln>
        </p:spPr>
      </p:pic>
      <p:grpSp>
        <p:nvGrpSpPr>
          <p:cNvPr id="584" name="Google Shape;584;g31226ebda3f_0_305"/>
          <p:cNvGrpSpPr/>
          <p:nvPr/>
        </p:nvGrpSpPr>
        <p:grpSpPr>
          <a:xfrm>
            <a:off x="5778025" y="330422"/>
            <a:ext cx="6550880" cy="1921558"/>
            <a:chOff x="3977400" y="938768"/>
            <a:chExt cx="4094300" cy="1200974"/>
          </a:xfrm>
        </p:grpSpPr>
        <p:grpSp>
          <p:nvGrpSpPr>
            <p:cNvPr id="585" name="Google Shape;585;g31226ebda3f_0_305"/>
            <p:cNvGrpSpPr/>
            <p:nvPr/>
          </p:nvGrpSpPr>
          <p:grpSpPr>
            <a:xfrm>
              <a:off x="4736370" y="938768"/>
              <a:ext cx="529800" cy="1200974"/>
              <a:chOff x="4322420" y="963709"/>
              <a:chExt cx="529800" cy="711140"/>
            </a:xfrm>
          </p:grpSpPr>
          <p:sp>
            <p:nvSpPr>
              <p:cNvPr id="586" name="Google Shape;586;g31226ebda3f_0_305"/>
              <p:cNvSpPr/>
              <p:nvPr/>
            </p:nvSpPr>
            <p:spPr>
              <a:xfrm>
                <a:off x="4517124" y="968049"/>
                <a:ext cx="140400" cy="706800"/>
              </a:xfrm>
              <a:prstGeom prst="rect">
                <a:avLst/>
              </a:prstGeom>
              <a:solidFill>
                <a:srgbClr val="0942A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cxnSp>
            <p:nvCxnSpPr>
              <p:cNvPr id="587" name="Google Shape;587;g31226ebda3f_0_305"/>
              <p:cNvCxnSpPr/>
              <p:nvPr/>
            </p:nvCxnSpPr>
            <p:spPr>
              <a:xfrm rot="10800000">
                <a:off x="4322420" y="963709"/>
                <a:ext cx="529800" cy="0"/>
              </a:xfrm>
              <a:prstGeom prst="straightConnector1">
                <a:avLst/>
              </a:prstGeom>
              <a:noFill/>
              <a:ln cap="flat" cmpd="sng" w="9525">
                <a:solidFill>
                  <a:srgbClr val="0942A1"/>
                </a:solidFill>
                <a:prstDash val="solid"/>
                <a:round/>
                <a:headEnd len="sm" w="sm" type="none"/>
                <a:tailEnd len="sm" w="sm" type="none"/>
              </a:ln>
            </p:spPr>
          </p:cxnSp>
        </p:grpSp>
        <p:sp>
          <p:nvSpPr>
            <p:cNvPr id="588" name="Google Shape;588;g31226ebda3f_0_305"/>
            <p:cNvSpPr txBox="1"/>
            <p:nvPr/>
          </p:nvSpPr>
          <p:spPr>
            <a:xfrm>
              <a:off x="5343500" y="946003"/>
              <a:ext cx="2728200" cy="2760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0"/>
                </a:spcAft>
                <a:buNone/>
              </a:pPr>
              <a:r>
                <a:rPr b="1" lang="en-US" sz="1800">
                  <a:solidFill>
                    <a:srgbClr val="0942A1"/>
                  </a:solidFill>
                  <a:latin typeface="Roboto"/>
                  <a:ea typeface="Roboto"/>
                  <a:cs typeface="Roboto"/>
                  <a:sym typeface="Roboto"/>
                </a:rPr>
                <a:t>Business Context &amp; Process Flow</a:t>
              </a:r>
              <a:endParaRPr b="1" sz="1800">
                <a:solidFill>
                  <a:srgbClr val="0942A1"/>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0942A1"/>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0942A1"/>
                </a:solidFill>
                <a:latin typeface="Roboto"/>
                <a:ea typeface="Roboto"/>
                <a:cs typeface="Roboto"/>
                <a:sym typeface="Roboto"/>
              </a:endParaRPr>
            </a:p>
          </p:txBody>
        </p:sp>
        <p:sp>
          <p:nvSpPr>
            <p:cNvPr id="589" name="Google Shape;589;g31226ebda3f_0_305"/>
            <p:cNvSpPr txBox="1"/>
            <p:nvPr/>
          </p:nvSpPr>
          <p:spPr>
            <a:xfrm>
              <a:off x="5343500" y="1222248"/>
              <a:ext cx="2728200" cy="4107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2600"/>
                </a:spcAft>
                <a:buNone/>
              </a:pPr>
              <a:r>
                <a:rPr lang="en-US" sz="1200">
                  <a:solidFill>
                    <a:srgbClr val="0942A1"/>
                  </a:solidFill>
                  <a:latin typeface="Roboto"/>
                  <a:ea typeface="Roboto"/>
                  <a:cs typeface="Roboto"/>
                  <a:sym typeface="Roboto"/>
                </a:rPr>
                <a:t>This section outlines the business problem we aim to solve, the objectives, and the value it brings to the organization.</a:t>
              </a:r>
              <a:endParaRPr sz="900">
                <a:solidFill>
                  <a:srgbClr val="0942A1"/>
                </a:solidFill>
                <a:latin typeface="Roboto"/>
                <a:ea typeface="Roboto"/>
                <a:cs typeface="Roboto"/>
                <a:sym typeface="Roboto"/>
              </a:endParaRPr>
            </a:p>
          </p:txBody>
        </p:sp>
        <p:sp>
          <p:nvSpPr>
            <p:cNvPr id="590" name="Google Shape;590;g31226ebda3f_0_305"/>
            <p:cNvSpPr txBox="1"/>
            <p:nvPr/>
          </p:nvSpPr>
          <p:spPr>
            <a:xfrm>
              <a:off x="3977400" y="973693"/>
              <a:ext cx="758400" cy="346800"/>
            </a:xfrm>
            <a:prstGeom prst="rect">
              <a:avLst/>
            </a:prstGeom>
            <a:noFill/>
            <a:ln>
              <a:noFill/>
            </a:ln>
          </p:spPr>
          <p:txBody>
            <a:bodyPr anchorCtr="0" anchor="t" bIns="146275" lIns="146275" spcFirstLastPara="1" rIns="146275" wrap="square" tIns="146275">
              <a:noAutofit/>
            </a:bodyPr>
            <a:lstStyle/>
            <a:p>
              <a:pPr indent="0" lvl="0" marL="0" rtl="0" algn="r">
                <a:lnSpc>
                  <a:spcPct val="115000"/>
                </a:lnSpc>
                <a:spcBef>
                  <a:spcPts val="0"/>
                </a:spcBef>
                <a:spcAft>
                  <a:spcPts val="0"/>
                </a:spcAft>
                <a:buNone/>
              </a:pPr>
              <a:r>
                <a:t/>
              </a:r>
              <a:endParaRPr sz="1400">
                <a:solidFill>
                  <a:srgbClr val="0942A1"/>
                </a:solidFill>
                <a:latin typeface="Roboto"/>
                <a:ea typeface="Roboto"/>
                <a:cs typeface="Roboto"/>
                <a:sym typeface="Roboto"/>
              </a:endParaRPr>
            </a:p>
          </p:txBody>
        </p:sp>
      </p:grpSp>
      <p:grpSp>
        <p:nvGrpSpPr>
          <p:cNvPr id="591" name="Google Shape;591;g31226ebda3f_0_305"/>
          <p:cNvGrpSpPr/>
          <p:nvPr/>
        </p:nvGrpSpPr>
        <p:grpSpPr>
          <a:xfrm>
            <a:off x="6986864" y="2804397"/>
            <a:ext cx="5910829" cy="1909579"/>
            <a:chOff x="4732925" y="946003"/>
            <a:chExt cx="3694268" cy="1193487"/>
          </a:xfrm>
        </p:grpSpPr>
        <p:grpSp>
          <p:nvGrpSpPr>
            <p:cNvPr id="592" name="Google Shape;592;g31226ebda3f_0_305"/>
            <p:cNvGrpSpPr/>
            <p:nvPr/>
          </p:nvGrpSpPr>
          <p:grpSpPr>
            <a:xfrm>
              <a:off x="4732925" y="1140987"/>
              <a:ext cx="529800" cy="998503"/>
              <a:chOff x="4318975" y="1083450"/>
              <a:chExt cx="529800" cy="591250"/>
            </a:xfrm>
          </p:grpSpPr>
          <p:sp>
            <p:nvSpPr>
              <p:cNvPr id="593" name="Google Shape;593;g31226ebda3f_0_305"/>
              <p:cNvSpPr/>
              <p:nvPr/>
            </p:nvSpPr>
            <p:spPr>
              <a:xfrm>
                <a:off x="4517125" y="1086100"/>
                <a:ext cx="133500" cy="588600"/>
              </a:xfrm>
              <a:prstGeom prst="rect">
                <a:avLst/>
              </a:prstGeom>
              <a:solidFill>
                <a:srgbClr val="0942A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cxnSp>
            <p:nvCxnSpPr>
              <p:cNvPr id="594" name="Google Shape;594;g31226ebda3f_0_305"/>
              <p:cNvCxnSpPr/>
              <p:nvPr/>
            </p:nvCxnSpPr>
            <p:spPr>
              <a:xfrm rot="10800000">
                <a:off x="4318975" y="1083450"/>
                <a:ext cx="529800" cy="0"/>
              </a:xfrm>
              <a:prstGeom prst="straightConnector1">
                <a:avLst/>
              </a:prstGeom>
              <a:noFill/>
              <a:ln cap="flat" cmpd="sng" w="9525">
                <a:solidFill>
                  <a:srgbClr val="0942A1"/>
                </a:solidFill>
                <a:prstDash val="solid"/>
                <a:round/>
                <a:headEnd len="sm" w="sm" type="none"/>
                <a:tailEnd len="sm" w="sm" type="none"/>
              </a:ln>
            </p:spPr>
          </p:cxnSp>
        </p:grpSp>
        <p:sp>
          <p:nvSpPr>
            <p:cNvPr id="595" name="Google Shape;595;g31226ebda3f_0_305"/>
            <p:cNvSpPr txBox="1"/>
            <p:nvPr/>
          </p:nvSpPr>
          <p:spPr>
            <a:xfrm>
              <a:off x="5343500" y="946003"/>
              <a:ext cx="2728200" cy="2760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0"/>
                </a:spcAft>
                <a:buNone/>
              </a:pPr>
              <a:r>
                <a:rPr b="1" lang="en-US" sz="1800">
                  <a:solidFill>
                    <a:srgbClr val="0942A1"/>
                  </a:solidFill>
                  <a:latin typeface="Roboto"/>
                  <a:ea typeface="Roboto"/>
                  <a:cs typeface="Roboto"/>
                  <a:sym typeface="Roboto"/>
                </a:rPr>
                <a:t>Model Evaluation &amp; Selection</a:t>
              </a:r>
              <a:endParaRPr b="1" sz="1800">
                <a:solidFill>
                  <a:srgbClr val="0942A1"/>
                </a:solidFill>
                <a:latin typeface="Roboto"/>
                <a:ea typeface="Roboto"/>
                <a:cs typeface="Roboto"/>
                <a:sym typeface="Roboto"/>
              </a:endParaRPr>
            </a:p>
          </p:txBody>
        </p:sp>
        <p:sp>
          <p:nvSpPr>
            <p:cNvPr id="596" name="Google Shape;596;g31226ebda3f_0_305"/>
            <p:cNvSpPr txBox="1"/>
            <p:nvPr/>
          </p:nvSpPr>
          <p:spPr>
            <a:xfrm>
              <a:off x="5343493" y="1145459"/>
              <a:ext cx="3083700" cy="4107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2600"/>
                </a:spcAft>
                <a:buNone/>
              </a:pPr>
              <a:r>
                <a:rPr lang="en-US" sz="1100">
                  <a:solidFill>
                    <a:srgbClr val="0942A1"/>
                  </a:solidFill>
                  <a:latin typeface="Roboto"/>
                  <a:ea typeface="Roboto"/>
                  <a:cs typeface="Roboto"/>
                  <a:sym typeface="Roboto"/>
                </a:rPr>
                <a:t>In this section, we evaluate the performance of various models using selected metrics. We’ll present results, compare model effectiveness, and explain the rationale behind choosing the best-fit model based on the project’s goals.</a:t>
              </a:r>
              <a:endParaRPr sz="1100">
                <a:solidFill>
                  <a:srgbClr val="0942A1"/>
                </a:solidFill>
                <a:latin typeface="Roboto"/>
                <a:ea typeface="Roboto"/>
                <a:cs typeface="Roboto"/>
                <a:sym typeface="Roboto"/>
              </a:endParaRPr>
            </a:p>
          </p:txBody>
        </p:sp>
      </p:grpSp>
      <p:grpSp>
        <p:nvGrpSpPr>
          <p:cNvPr id="597" name="Google Shape;597;g31226ebda3f_0_305"/>
          <p:cNvGrpSpPr/>
          <p:nvPr/>
        </p:nvGrpSpPr>
        <p:grpSpPr>
          <a:xfrm>
            <a:off x="6986864" y="6510531"/>
            <a:ext cx="5342040" cy="1719067"/>
            <a:chOff x="4732925" y="946003"/>
            <a:chExt cx="3338775" cy="1074417"/>
          </a:xfrm>
        </p:grpSpPr>
        <p:grpSp>
          <p:nvGrpSpPr>
            <p:cNvPr id="598" name="Google Shape;598;g31226ebda3f_0_305"/>
            <p:cNvGrpSpPr/>
            <p:nvPr/>
          </p:nvGrpSpPr>
          <p:grpSpPr>
            <a:xfrm>
              <a:off x="4732925" y="1142460"/>
              <a:ext cx="529800" cy="877960"/>
              <a:chOff x="4318975" y="1084322"/>
              <a:chExt cx="529800" cy="519872"/>
            </a:xfrm>
          </p:grpSpPr>
          <p:sp>
            <p:nvSpPr>
              <p:cNvPr id="599" name="Google Shape;599;g31226ebda3f_0_305"/>
              <p:cNvSpPr/>
              <p:nvPr/>
            </p:nvSpPr>
            <p:spPr>
              <a:xfrm>
                <a:off x="4517122" y="1086094"/>
                <a:ext cx="133500" cy="518100"/>
              </a:xfrm>
              <a:prstGeom prst="rect">
                <a:avLst/>
              </a:prstGeom>
              <a:solidFill>
                <a:srgbClr val="C2C2C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cxnSp>
            <p:nvCxnSpPr>
              <p:cNvPr id="600" name="Google Shape;600;g31226ebda3f_0_305"/>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601" name="Google Shape;601;g31226ebda3f_0_305"/>
            <p:cNvSpPr txBox="1"/>
            <p:nvPr/>
          </p:nvSpPr>
          <p:spPr>
            <a:xfrm>
              <a:off x="5343500" y="946003"/>
              <a:ext cx="2728200" cy="2760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0"/>
                </a:spcAft>
                <a:buNone/>
              </a:pPr>
              <a:r>
                <a:rPr b="1" lang="en-US" sz="1800">
                  <a:solidFill>
                    <a:srgbClr val="858585"/>
                  </a:solidFill>
                  <a:latin typeface="Roboto"/>
                  <a:ea typeface="Roboto"/>
                  <a:cs typeface="Roboto"/>
                  <a:sym typeface="Roboto"/>
                </a:rPr>
                <a:t>Best Practices &amp; Industry Standards</a:t>
              </a:r>
              <a:endParaRPr b="1" sz="1800">
                <a:solidFill>
                  <a:srgbClr val="858585"/>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858585"/>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858585"/>
                </a:solidFill>
                <a:latin typeface="Roboto"/>
                <a:ea typeface="Roboto"/>
                <a:cs typeface="Roboto"/>
                <a:sym typeface="Roboto"/>
              </a:endParaRPr>
            </a:p>
          </p:txBody>
        </p:sp>
        <p:sp>
          <p:nvSpPr>
            <p:cNvPr id="602" name="Google Shape;602;g31226ebda3f_0_305"/>
            <p:cNvSpPr txBox="1"/>
            <p:nvPr/>
          </p:nvSpPr>
          <p:spPr>
            <a:xfrm>
              <a:off x="5343500" y="1222248"/>
              <a:ext cx="2728200" cy="4107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2600"/>
                </a:spcAft>
                <a:buNone/>
              </a:pPr>
              <a:r>
                <a:rPr lang="en-US" sz="1100">
                  <a:solidFill>
                    <a:srgbClr val="858585"/>
                  </a:solidFill>
                  <a:latin typeface="Roboto"/>
                  <a:ea typeface="Roboto"/>
                  <a:cs typeface="Roboto"/>
                  <a:sym typeface="Roboto"/>
                </a:rPr>
                <a:t>The final section discusses recommended best practices in data analysis and modeling, along with industry standards that ensure quality, consistency, and scalability. This serves as a guide for maintaining high standards in future projects.</a:t>
              </a:r>
              <a:endParaRPr sz="1100">
                <a:solidFill>
                  <a:srgbClr val="858585"/>
                </a:solidFill>
                <a:latin typeface="Roboto"/>
                <a:ea typeface="Roboto"/>
                <a:cs typeface="Roboto"/>
                <a:sym typeface="Roboto"/>
              </a:endParaRPr>
            </a:p>
          </p:txBody>
        </p:sp>
      </p:grpSp>
      <p:grpSp>
        <p:nvGrpSpPr>
          <p:cNvPr id="603" name="Google Shape;603;g31226ebda3f_0_305"/>
          <p:cNvGrpSpPr/>
          <p:nvPr/>
        </p:nvGrpSpPr>
        <p:grpSpPr>
          <a:xfrm>
            <a:off x="6986864" y="5266650"/>
            <a:ext cx="6318829" cy="1909575"/>
            <a:chOff x="4732925" y="946006"/>
            <a:chExt cx="3949268" cy="1193484"/>
          </a:xfrm>
        </p:grpSpPr>
        <p:grpSp>
          <p:nvGrpSpPr>
            <p:cNvPr id="604" name="Google Shape;604;g31226ebda3f_0_305"/>
            <p:cNvGrpSpPr/>
            <p:nvPr/>
          </p:nvGrpSpPr>
          <p:grpSpPr>
            <a:xfrm>
              <a:off x="4732925" y="1142460"/>
              <a:ext cx="529800" cy="997030"/>
              <a:chOff x="4318975" y="1084322"/>
              <a:chExt cx="529800" cy="590378"/>
            </a:xfrm>
          </p:grpSpPr>
          <p:sp>
            <p:nvSpPr>
              <p:cNvPr id="605" name="Google Shape;605;g31226ebda3f_0_305"/>
              <p:cNvSpPr/>
              <p:nvPr/>
            </p:nvSpPr>
            <p:spPr>
              <a:xfrm>
                <a:off x="4517125" y="1086100"/>
                <a:ext cx="133500" cy="588600"/>
              </a:xfrm>
              <a:prstGeom prst="rect">
                <a:avLst/>
              </a:prstGeom>
              <a:solidFill>
                <a:srgbClr val="C2C2C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cxnSp>
            <p:nvCxnSpPr>
              <p:cNvPr id="606" name="Google Shape;606;g31226ebda3f_0_305"/>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607" name="Google Shape;607;g31226ebda3f_0_305"/>
            <p:cNvSpPr txBox="1"/>
            <p:nvPr/>
          </p:nvSpPr>
          <p:spPr>
            <a:xfrm>
              <a:off x="5343493" y="946006"/>
              <a:ext cx="3338700" cy="2760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0"/>
                </a:spcAft>
                <a:buNone/>
              </a:pPr>
              <a:r>
                <a:rPr b="1" lang="en-US" sz="1800">
                  <a:solidFill>
                    <a:srgbClr val="858585"/>
                  </a:solidFill>
                  <a:latin typeface="Roboto"/>
                  <a:ea typeface="Roboto"/>
                  <a:cs typeface="Roboto"/>
                  <a:sym typeface="Roboto"/>
                </a:rPr>
                <a:t>Key Findings &amp; Unique Selling Proposition (USP)</a:t>
              </a:r>
              <a:endParaRPr b="1" sz="1800">
                <a:solidFill>
                  <a:srgbClr val="858585"/>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858585"/>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858585"/>
                </a:solidFill>
                <a:latin typeface="Roboto"/>
                <a:ea typeface="Roboto"/>
                <a:cs typeface="Roboto"/>
                <a:sym typeface="Roboto"/>
              </a:endParaRPr>
            </a:p>
          </p:txBody>
        </p:sp>
        <p:sp>
          <p:nvSpPr>
            <p:cNvPr id="608" name="Google Shape;608;g31226ebda3f_0_305"/>
            <p:cNvSpPr txBox="1"/>
            <p:nvPr/>
          </p:nvSpPr>
          <p:spPr>
            <a:xfrm>
              <a:off x="5343493" y="1222256"/>
              <a:ext cx="3188400" cy="4107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2600"/>
                </a:spcAft>
                <a:buNone/>
              </a:pPr>
              <a:r>
                <a:rPr lang="en-US" sz="1100">
                  <a:solidFill>
                    <a:srgbClr val="858585"/>
                  </a:solidFill>
                  <a:latin typeface="Roboto"/>
                  <a:ea typeface="Roboto"/>
                  <a:cs typeface="Roboto"/>
                  <a:sym typeface="Roboto"/>
                </a:rPr>
                <a:t>we present the main insights and observations derived from the analysis, emphasizing the project’s unique value. We’ll highlight the project's USP, or what differentiates our approach from other solutions in the market.</a:t>
              </a:r>
              <a:endParaRPr sz="1100">
                <a:solidFill>
                  <a:srgbClr val="858585"/>
                </a:solidFill>
                <a:latin typeface="Roboto"/>
                <a:ea typeface="Roboto"/>
                <a:cs typeface="Roboto"/>
                <a:sym typeface="Roboto"/>
              </a:endParaRPr>
            </a:p>
          </p:txBody>
        </p:sp>
      </p:grpSp>
      <p:grpSp>
        <p:nvGrpSpPr>
          <p:cNvPr id="609" name="Google Shape;609;g31226ebda3f_0_305"/>
          <p:cNvGrpSpPr/>
          <p:nvPr/>
        </p:nvGrpSpPr>
        <p:grpSpPr>
          <a:xfrm>
            <a:off x="6986864" y="1498673"/>
            <a:ext cx="5342040" cy="1909727"/>
            <a:chOff x="4732925" y="946003"/>
            <a:chExt cx="3338775" cy="1193579"/>
          </a:xfrm>
        </p:grpSpPr>
        <p:grpSp>
          <p:nvGrpSpPr>
            <p:cNvPr id="610" name="Google Shape;610;g31226ebda3f_0_305"/>
            <p:cNvGrpSpPr/>
            <p:nvPr/>
          </p:nvGrpSpPr>
          <p:grpSpPr>
            <a:xfrm>
              <a:off x="4732925" y="1140987"/>
              <a:ext cx="529800" cy="998596"/>
              <a:chOff x="4318975" y="1083450"/>
              <a:chExt cx="529800" cy="591305"/>
            </a:xfrm>
          </p:grpSpPr>
          <p:sp>
            <p:nvSpPr>
              <p:cNvPr id="611" name="Google Shape;611;g31226ebda3f_0_305"/>
              <p:cNvSpPr/>
              <p:nvPr/>
            </p:nvSpPr>
            <p:spPr>
              <a:xfrm>
                <a:off x="4517129" y="1083455"/>
                <a:ext cx="133500" cy="591300"/>
              </a:xfrm>
              <a:prstGeom prst="rect">
                <a:avLst/>
              </a:prstGeom>
              <a:solidFill>
                <a:srgbClr val="0942A1"/>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cxnSp>
            <p:nvCxnSpPr>
              <p:cNvPr id="612" name="Google Shape;612;g31226ebda3f_0_305"/>
              <p:cNvCxnSpPr/>
              <p:nvPr/>
            </p:nvCxnSpPr>
            <p:spPr>
              <a:xfrm rot="10800000">
                <a:off x="4318975" y="1083450"/>
                <a:ext cx="529800" cy="0"/>
              </a:xfrm>
              <a:prstGeom prst="straightConnector1">
                <a:avLst/>
              </a:prstGeom>
              <a:noFill/>
              <a:ln cap="flat" cmpd="sng" w="9525">
                <a:solidFill>
                  <a:srgbClr val="0942A1"/>
                </a:solidFill>
                <a:prstDash val="solid"/>
                <a:round/>
                <a:headEnd len="sm" w="sm" type="none"/>
                <a:tailEnd len="sm" w="sm" type="none"/>
              </a:ln>
            </p:spPr>
          </p:cxnSp>
        </p:grpSp>
        <p:sp>
          <p:nvSpPr>
            <p:cNvPr id="613" name="Google Shape;613;g31226ebda3f_0_305"/>
            <p:cNvSpPr txBox="1"/>
            <p:nvPr/>
          </p:nvSpPr>
          <p:spPr>
            <a:xfrm>
              <a:off x="5343500" y="946003"/>
              <a:ext cx="2728200" cy="2760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0"/>
                </a:spcAft>
                <a:buNone/>
              </a:pPr>
              <a:r>
                <a:rPr b="1" lang="en-US" sz="1800">
                  <a:solidFill>
                    <a:srgbClr val="0942A1"/>
                  </a:solidFill>
                  <a:latin typeface="Roboto"/>
                  <a:ea typeface="Roboto"/>
                  <a:cs typeface="Roboto"/>
                  <a:sym typeface="Roboto"/>
                </a:rPr>
                <a:t>Data Preparation &amp; Modeling</a:t>
              </a:r>
              <a:endParaRPr b="1" sz="1800">
                <a:solidFill>
                  <a:srgbClr val="0942A1"/>
                </a:solidFill>
                <a:latin typeface="Roboto"/>
                <a:ea typeface="Roboto"/>
                <a:cs typeface="Roboto"/>
                <a:sym typeface="Roboto"/>
              </a:endParaRPr>
            </a:p>
          </p:txBody>
        </p:sp>
        <p:sp>
          <p:nvSpPr>
            <p:cNvPr id="614" name="Google Shape;614;g31226ebda3f_0_305"/>
            <p:cNvSpPr txBox="1"/>
            <p:nvPr/>
          </p:nvSpPr>
          <p:spPr>
            <a:xfrm>
              <a:off x="5343500" y="1222248"/>
              <a:ext cx="2728200" cy="4107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2600"/>
                </a:spcAft>
                <a:buNone/>
              </a:pPr>
              <a:r>
                <a:rPr lang="en-US" sz="1100">
                  <a:solidFill>
                    <a:srgbClr val="0942A1"/>
                  </a:solidFill>
                  <a:latin typeface="Roboto"/>
                  <a:ea typeface="Roboto"/>
                  <a:cs typeface="Roboto"/>
                  <a:sym typeface="Roboto"/>
                </a:rPr>
                <a:t>Here, we discuss the data preprocessing steps, including data cleaning and transformation, followed by Exploratory Data Analysis (EDA) to understand patterns, trends, and anomalies.</a:t>
              </a:r>
              <a:endParaRPr sz="1100">
                <a:solidFill>
                  <a:srgbClr val="0942A1"/>
                </a:solidFill>
                <a:latin typeface="Roboto"/>
                <a:ea typeface="Roboto"/>
                <a:cs typeface="Roboto"/>
                <a:sym typeface="Roboto"/>
              </a:endParaRPr>
            </a:p>
          </p:txBody>
        </p:sp>
      </p:grpSp>
      <p:grpSp>
        <p:nvGrpSpPr>
          <p:cNvPr id="615" name="Google Shape;615;g31226ebda3f_0_305"/>
          <p:cNvGrpSpPr/>
          <p:nvPr/>
        </p:nvGrpSpPr>
        <p:grpSpPr>
          <a:xfrm>
            <a:off x="6986864" y="4004671"/>
            <a:ext cx="5604111" cy="1909579"/>
            <a:chOff x="4732925" y="946003"/>
            <a:chExt cx="3502569" cy="1193487"/>
          </a:xfrm>
        </p:grpSpPr>
        <p:grpSp>
          <p:nvGrpSpPr>
            <p:cNvPr id="616" name="Google Shape;616;g31226ebda3f_0_305"/>
            <p:cNvGrpSpPr/>
            <p:nvPr/>
          </p:nvGrpSpPr>
          <p:grpSpPr>
            <a:xfrm>
              <a:off x="4732925" y="1142460"/>
              <a:ext cx="529800" cy="997030"/>
              <a:chOff x="4318975" y="1084322"/>
              <a:chExt cx="529800" cy="590378"/>
            </a:xfrm>
          </p:grpSpPr>
          <p:sp>
            <p:nvSpPr>
              <p:cNvPr id="617" name="Google Shape;617;g31226ebda3f_0_305"/>
              <p:cNvSpPr/>
              <p:nvPr/>
            </p:nvSpPr>
            <p:spPr>
              <a:xfrm>
                <a:off x="4517125" y="1086100"/>
                <a:ext cx="133500" cy="588600"/>
              </a:xfrm>
              <a:prstGeom prst="rect">
                <a:avLst/>
              </a:prstGeom>
              <a:solidFill>
                <a:srgbClr val="C2C2C2"/>
              </a:solidFill>
              <a:ln>
                <a:noFill/>
              </a:ln>
            </p:spPr>
            <p:txBody>
              <a:bodyPr anchorCtr="0" anchor="ctr" bIns="146275" lIns="146275" spcFirstLastPara="1" rIns="146275" wrap="square" tIns="146275">
                <a:noAutofit/>
              </a:bodyPr>
              <a:lstStyle/>
              <a:p>
                <a:pPr indent="0" lvl="0" marL="0" rtl="0" algn="l">
                  <a:spcBef>
                    <a:spcPts val="0"/>
                  </a:spcBef>
                  <a:spcAft>
                    <a:spcPts val="0"/>
                  </a:spcAft>
                  <a:buNone/>
                </a:pPr>
                <a:r>
                  <a:t/>
                </a:r>
                <a:endParaRPr/>
              </a:p>
            </p:txBody>
          </p:sp>
          <p:cxnSp>
            <p:nvCxnSpPr>
              <p:cNvPr id="618" name="Google Shape;618;g31226ebda3f_0_305"/>
              <p:cNvCxnSpPr/>
              <p:nvPr/>
            </p:nvCxnSpPr>
            <p:spPr>
              <a:xfrm rot="10800000">
                <a:off x="4318975" y="1084322"/>
                <a:ext cx="529800" cy="0"/>
              </a:xfrm>
              <a:prstGeom prst="straightConnector1">
                <a:avLst/>
              </a:prstGeom>
              <a:noFill/>
              <a:ln cap="flat" cmpd="sng" w="9525">
                <a:solidFill>
                  <a:srgbClr val="C2C2C2"/>
                </a:solidFill>
                <a:prstDash val="solid"/>
                <a:round/>
                <a:headEnd len="sm" w="sm" type="none"/>
                <a:tailEnd len="sm" w="sm" type="none"/>
              </a:ln>
            </p:spPr>
          </p:cxnSp>
        </p:grpSp>
        <p:sp>
          <p:nvSpPr>
            <p:cNvPr id="619" name="Google Shape;619;g31226ebda3f_0_305"/>
            <p:cNvSpPr txBox="1"/>
            <p:nvPr/>
          </p:nvSpPr>
          <p:spPr>
            <a:xfrm>
              <a:off x="5343500" y="946003"/>
              <a:ext cx="2728200" cy="2760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0"/>
                </a:spcAft>
                <a:buNone/>
              </a:pPr>
              <a:r>
                <a:rPr b="1" lang="en-US" sz="1800">
                  <a:solidFill>
                    <a:srgbClr val="858585"/>
                  </a:solidFill>
                  <a:latin typeface="Roboto"/>
                  <a:ea typeface="Roboto"/>
                  <a:cs typeface="Roboto"/>
                  <a:sym typeface="Roboto"/>
                </a:rPr>
                <a:t>Dashboard Insights</a:t>
              </a:r>
              <a:endParaRPr b="1" sz="1800">
                <a:solidFill>
                  <a:srgbClr val="858585"/>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858585"/>
                </a:solidFill>
                <a:latin typeface="Roboto"/>
                <a:ea typeface="Roboto"/>
                <a:cs typeface="Roboto"/>
                <a:sym typeface="Roboto"/>
              </a:endParaRPr>
            </a:p>
            <a:p>
              <a:pPr indent="0" lvl="0" marL="0" rtl="0" algn="l">
                <a:lnSpc>
                  <a:spcPct val="115000"/>
                </a:lnSpc>
                <a:spcBef>
                  <a:spcPts val="0"/>
                </a:spcBef>
                <a:spcAft>
                  <a:spcPts val="0"/>
                </a:spcAft>
                <a:buNone/>
              </a:pPr>
              <a:r>
                <a:t/>
              </a:r>
              <a:endParaRPr b="1" sz="1800">
                <a:solidFill>
                  <a:srgbClr val="858585"/>
                </a:solidFill>
                <a:latin typeface="Roboto"/>
                <a:ea typeface="Roboto"/>
                <a:cs typeface="Roboto"/>
                <a:sym typeface="Roboto"/>
              </a:endParaRPr>
            </a:p>
          </p:txBody>
        </p:sp>
        <p:sp>
          <p:nvSpPr>
            <p:cNvPr id="620" name="Google Shape;620;g31226ebda3f_0_305"/>
            <p:cNvSpPr txBox="1"/>
            <p:nvPr/>
          </p:nvSpPr>
          <p:spPr>
            <a:xfrm>
              <a:off x="5343494" y="1145459"/>
              <a:ext cx="2892000" cy="410700"/>
            </a:xfrm>
            <a:prstGeom prst="rect">
              <a:avLst/>
            </a:prstGeom>
            <a:noFill/>
            <a:ln>
              <a:noFill/>
            </a:ln>
          </p:spPr>
          <p:txBody>
            <a:bodyPr anchorCtr="0" anchor="t" bIns="146275" lIns="146275" spcFirstLastPara="1" rIns="146275" wrap="square" tIns="146275">
              <a:noAutofit/>
            </a:bodyPr>
            <a:lstStyle/>
            <a:p>
              <a:pPr indent="0" lvl="0" marL="0" rtl="0" algn="l">
                <a:lnSpc>
                  <a:spcPct val="115000"/>
                </a:lnSpc>
                <a:spcBef>
                  <a:spcPts val="0"/>
                </a:spcBef>
                <a:spcAft>
                  <a:spcPts val="2600"/>
                </a:spcAft>
                <a:buNone/>
              </a:pPr>
              <a:r>
                <a:rPr lang="en-US" sz="1100">
                  <a:solidFill>
                    <a:srgbClr val="858585"/>
                  </a:solidFill>
                  <a:latin typeface="Roboto"/>
                  <a:ea typeface="Roboto"/>
                  <a:cs typeface="Roboto"/>
                  <a:sym typeface="Roboto"/>
                </a:rPr>
                <a:t>This part showcases the dashboard created to visualize and interpret key insights. The dashboard ties directly to business questions, providing actionable insights and aiding in data-driven decision-making.</a:t>
              </a:r>
              <a:endParaRPr sz="1100">
                <a:solidFill>
                  <a:srgbClr val="858585"/>
                </a:solidFill>
                <a:latin typeface="Roboto"/>
                <a:ea typeface="Roboto"/>
                <a:cs typeface="Roboto"/>
                <a:sym typeface="Roboto"/>
              </a:endParaRPr>
            </a:p>
          </p:txBody>
        </p:sp>
      </p:grpSp>
      <p:grpSp>
        <p:nvGrpSpPr>
          <p:cNvPr id="621" name="Google Shape;621;g31226ebda3f_0_305"/>
          <p:cNvGrpSpPr/>
          <p:nvPr/>
        </p:nvGrpSpPr>
        <p:grpSpPr>
          <a:xfrm flipH="1">
            <a:off x="5777968" y="341990"/>
            <a:ext cx="1161140" cy="7069284"/>
            <a:chOff x="8256521" y="1888011"/>
            <a:chExt cx="775800" cy="4813621"/>
          </a:xfrm>
        </p:grpSpPr>
        <p:grpSp>
          <p:nvGrpSpPr>
            <p:cNvPr id="622" name="Google Shape;622;g31226ebda3f_0_305"/>
            <p:cNvGrpSpPr/>
            <p:nvPr/>
          </p:nvGrpSpPr>
          <p:grpSpPr>
            <a:xfrm>
              <a:off x="8256521" y="1888011"/>
              <a:ext cx="775800" cy="775800"/>
              <a:chOff x="8256521" y="1888011"/>
              <a:chExt cx="775800" cy="775800"/>
            </a:xfrm>
          </p:grpSpPr>
          <p:sp>
            <p:nvSpPr>
              <p:cNvPr id="623" name="Google Shape;623;g31226ebda3f_0_305"/>
              <p:cNvSpPr/>
              <p:nvPr/>
            </p:nvSpPr>
            <p:spPr>
              <a:xfrm rot="-2677479">
                <a:off x="8369173" y="2002573"/>
                <a:ext cx="550494" cy="546676"/>
              </a:xfrm>
              <a:prstGeom prst="flowChartConnector">
                <a:avLst/>
              </a:prstGeom>
              <a:solidFill>
                <a:srgbClr val="1C5A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ato"/>
                  <a:ea typeface="Lato"/>
                  <a:cs typeface="Lato"/>
                  <a:sym typeface="Lato"/>
                </a:endParaRPr>
              </a:p>
            </p:txBody>
          </p:sp>
          <p:sp>
            <p:nvSpPr>
              <p:cNvPr id="624" name="Google Shape;624;g31226ebda3f_0_305"/>
              <p:cNvSpPr txBox="1"/>
              <p:nvPr/>
            </p:nvSpPr>
            <p:spPr>
              <a:xfrm>
                <a:off x="8539835" y="2067953"/>
                <a:ext cx="188100" cy="23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200"/>
                  <a:buFont typeface="Lato"/>
                  <a:buNone/>
                </a:pPr>
                <a:r>
                  <a:rPr b="0" i="0" lang="en-US" sz="2200" u="none" cap="none" strike="noStrike">
                    <a:solidFill>
                      <a:srgbClr val="FFFFFF"/>
                    </a:solidFill>
                    <a:latin typeface="Lato"/>
                    <a:ea typeface="Lato"/>
                    <a:cs typeface="Lato"/>
                    <a:sym typeface="Lato"/>
                  </a:rPr>
                  <a:t>1</a:t>
                </a:r>
                <a:endParaRPr b="0" i="0" sz="2200" u="none" cap="none" strike="noStrike">
                  <a:solidFill>
                    <a:srgbClr val="000000"/>
                  </a:solidFill>
                  <a:latin typeface="Lato"/>
                  <a:ea typeface="Lato"/>
                  <a:cs typeface="Lato"/>
                  <a:sym typeface="Lato"/>
                </a:endParaRPr>
              </a:p>
            </p:txBody>
          </p:sp>
        </p:grpSp>
        <p:grpSp>
          <p:nvGrpSpPr>
            <p:cNvPr id="625" name="Google Shape;625;g31226ebda3f_0_305"/>
            <p:cNvGrpSpPr/>
            <p:nvPr/>
          </p:nvGrpSpPr>
          <p:grpSpPr>
            <a:xfrm>
              <a:off x="8256521" y="2695575"/>
              <a:ext cx="775800" cy="775800"/>
              <a:chOff x="8256521" y="2695575"/>
              <a:chExt cx="775800" cy="775800"/>
            </a:xfrm>
          </p:grpSpPr>
          <p:sp>
            <p:nvSpPr>
              <p:cNvPr id="626" name="Google Shape;626;g31226ebda3f_0_305"/>
              <p:cNvSpPr/>
              <p:nvPr/>
            </p:nvSpPr>
            <p:spPr>
              <a:xfrm rot="-2677479">
                <a:off x="8369173" y="2810137"/>
                <a:ext cx="550494" cy="546676"/>
              </a:xfrm>
              <a:prstGeom prst="flowChartConnector">
                <a:avLst/>
              </a:prstGeom>
              <a:solidFill>
                <a:srgbClr val="518CC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ato"/>
                  <a:ea typeface="Lato"/>
                  <a:cs typeface="Lato"/>
                  <a:sym typeface="Lato"/>
                </a:endParaRPr>
              </a:p>
            </p:txBody>
          </p:sp>
          <p:sp>
            <p:nvSpPr>
              <p:cNvPr id="627" name="Google Shape;627;g31226ebda3f_0_305"/>
              <p:cNvSpPr txBox="1"/>
              <p:nvPr/>
            </p:nvSpPr>
            <p:spPr>
              <a:xfrm>
                <a:off x="8539835" y="2903125"/>
                <a:ext cx="188100" cy="23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200"/>
                  <a:buFont typeface="Lato"/>
                  <a:buNone/>
                </a:pPr>
                <a:r>
                  <a:rPr b="0" i="0" lang="en-US" sz="2200" u="none" cap="none" strike="noStrike">
                    <a:solidFill>
                      <a:srgbClr val="FFFFFF"/>
                    </a:solidFill>
                    <a:latin typeface="Lato"/>
                    <a:ea typeface="Lato"/>
                    <a:cs typeface="Lato"/>
                    <a:sym typeface="Lato"/>
                  </a:rPr>
                  <a:t>2</a:t>
                </a:r>
                <a:endParaRPr b="0" i="0" sz="2200" u="none" cap="none" strike="noStrike">
                  <a:solidFill>
                    <a:srgbClr val="000000"/>
                  </a:solidFill>
                  <a:latin typeface="Lato"/>
                  <a:ea typeface="Lato"/>
                  <a:cs typeface="Lato"/>
                  <a:sym typeface="Lato"/>
                </a:endParaRPr>
              </a:p>
            </p:txBody>
          </p:sp>
        </p:grpSp>
        <p:grpSp>
          <p:nvGrpSpPr>
            <p:cNvPr id="628" name="Google Shape;628;g31226ebda3f_0_305"/>
            <p:cNvGrpSpPr/>
            <p:nvPr/>
          </p:nvGrpSpPr>
          <p:grpSpPr>
            <a:xfrm>
              <a:off x="8256521" y="4310703"/>
              <a:ext cx="775800" cy="775800"/>
              <a:chOff x="8256521" y="4310703"/>
              <a:chExt cx="775800" cy="775800"/>
            </a:xfrm>
          </p:grpSpPr>
          <p:sp>
            <p:nvSpPr>
              <p:cNvPr id="629" name="Google Shape;629;g31226ebda3f_0_305"/>
              <p:cNvSpPr/>
              <p:nvPr/>
            </p:nvSpPr>
            <p:spPr>
              <a:xfrm rot="-2677479">
                <a:off x="8369173" y="4425265"/>
                <a:ext cx="550494" cy="546676"/>
              </a:xfrm>
              <a:prstGeom prst="flowChartConnector">
                <a:avLst/>
              </a:prstGeom>
              <a:solidFill>
                <a:srgbClr val="518CC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ato"/>
                  <a:ea typeface="Lato"/>
                  <a:cs typeface="Lato"/>
                  <a:sym typeface="Lato"/>
                </a:endParaRPr>
              </a:p>
            </p:txBody>
          </p:sp>
          <p:sp>
            <p:nvSpPr>
              <p:cNvPr id="630" name="Google Shape;630;g31226ebda3f_0_305"/>
              <p:cNvSpPr txBox="1"/>
              <p:nvPr/>
            </p:nvSpPr>
            <p:spPr>
              <a:xfrm>
                <a:off x="8539835" y="4518253"/>
                <a:ext cx="188100" cy="23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200"/>
                  <a:buFont typeface="Lato"/>
                  <a:buNone/>
                </a:pPr>
                <a:r>
                  <a:rPr b="0" i="0" lang="en-US" sz="2200" u="none" cap="none" strike="noStrike">
                    <a:solidFill>
                      <a:srgbClr val="FFFFFF"/>
                    </a:solidFill>
                    <a:latin typeface="Lato"/>
                    <a:ea typeface="Lato"/>
                    <a:cs typeface="Lato"/>
                    <a:sym typeface="Lato"/>
                  </a:rPr>
                  <a:t>4</a:t>
                </a:r>
                <a:endParaRPr b="0" i="0" sz="2200" u="none" cap="none" strike="noStrike">
                  <a:solidFill>
                    <a:srgbClr val="000000"/>
                  </a:solidFill>
                  <a:latin typeface="Lato"/>
                  <a:ea typeface="Lato"/>
                  <a:cs typeface="Lato"/>
                  <a:sym typeface="Lato"/>
                </a:endParaRPr>
              </a:p>
            </p:txBody>
          </p:sp>
        </p:grpSp>
        <p:grpSp>
          <p:nvGrpSpPr>
            <p:cNvPr id="631" name="Google Shape;631;g31226ebda3f_0_305"/>
            <p:cNvGrpSpPr/>
            <p:nvPr/>
          </p:nvGrpSpPr>
          <p:grpSpPr>
            <a:xfrm>
              <a:off x="8256521" y="5118267"/>
              <a:ext cx="775800" cy="775800"/>
              <a:chOff x="8256521" y="5118267"/>
              <a:chExt cx="775800" cy="775800"/>
            </a:xfrm>
          </p:grpSpPr>
          <p:sp>
            <p:nvSpPr>
              <p:cNvPr id="632" name="Google Shape;632;g31226ebda3f_0_305"/>
              <p:cNvSpPr/>
              <p:nvPr/>
            </p:nvSpPr>
            <p:spPr>
              <a:xfrm rot="-2677479">
                <a:off x="8369173" y="5232829"/>
                <a:ext cx="550494" cy="546676"/>
              </a:xfrm>
              <a:prstGeom prst="flowChartConnector">
                <a:avLst/>
              </a:prstGeom>
              <a:solidFill>
                <a:srgbClr val="1C5A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ato"/>
                  <a:ea typeface="Lato"/>
                  <a:cs typeface="Lato"/>
                  <a:sym typeface="Lato"/>
                </a:endParaRPr>
              </a:p>
            </p:txBody>
          </p:sp>
          <p:sp>
            <p:nvSpPr>
              <p:cNvPr id="633" name="Google Shape;633;g31226ebda3f_0_305"/>
              <p:cNvSpPr txBox="1"/>
              <p:nvPr/>
            </p:nvSpPr>
            <p:spPr>
              <a:xfrm>
                <a:off x="8539835" y="5325817"/>
                <a:ext cx="188100" cy="23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200"/>
                  <a:buFont typeface="Lato"/>
                  <a:buNone/>
                </a:pPr>
                <a:r>
                  <a:rPr b="0" i="0" lang="en-US" sz="2200" u="none" cap="none" strike="noStrike">
                    <a:solidFill>
                      <a:srgbClr val="FFFFFF"/>
                    </a:solidFill>
                    <a:latin typeface="Lato"/>
                    <a:ea typeface="Lato"/>
                    <a:cs typeface="Lato"/>
                    <a:sym typeface="Lato"/>
                  </a:rPr>
                  <a:t>5</a:t>
                </a:r>
                <a:endParaRPr b="0" i="0" sz="2200" u="none" cap="none" strike="noStrike">
                  <a:solidFill>
                    <a:srgbClr val="000000"/>
                  </a:solidFill>
                  <a:latin typeface="Lato"/>
                  <a:ea typeface="Lato"/>
                  <a:cs typeface="Lato"/>
                  <a:sym typeface="Lato"/>
                </a:endParaRPr>
              </a:p>
            </p:txBody>
          </p:sp>
        </p:grpSp>
        <p:grpSp>
          <p:nvGrpSpPr>
            <p:cNvPr id="634" name="Google Shape;634;g31226ebda3f_0_305"/>
            <p:cNvGrpSpPr/>
            <p:nvPr/>
          </p:nvGrpSpPr>
          <p:grpSpPr>
            <a:xfrm>
              <a:off x="8256521" y="5925832"/>
              <a:ext cx="775800" cy="775800"/>
              <a:chOff x="8256521" y="5925832"/>
              <a:chExt cx="775800" cy="775800"/>
            </a:xfrm>
          </p:grpSpPr>
          <p:sp>
            <p:nvSpPr>
              <p:cNvPr id="635" name="Google Shape;635;g31226ebda3f_0_305"/>
              <p:cNvSpPr/>
              <p:nvPr/>
            </p:nvSpPr>
            <p:spPr>
              <a:xfrm rot="-2677479">
                <a:off x="8369173" y="6040394"/>
                <a:ext cx="550494" cy="546676"/>
              </a:xfrm>
              <a:prstGeom prst="flowChartConnector">
                <a:avLst/>
              </a:prstGeom>
              <a:solidFill>
                <a:srgbClr val="518CC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ato"/>
                  <a:ea typeface="Lato"/>
                  <a:cs typeface="Lato"/>
                  <a:sym typeface="Lato"/>
                </a:endParaRPr>
              </a:p>
            </p:txBody>
          </p:sp>
          <p:sp>
            <p:nvSpPr>
              <p:cNvPr id="636" name="Google Shape;636;g31226ebda3f_0_305"/>
              <p:cNvSpPr txBox="1"/>
              <p:nvPr/>
            </p:nvSpPr>
            <p:spPr>
              <a:xfrm>
                <a:off x="8539835" y="6133382"/>
                <a:ext cx="188100" cy="23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200"/>
                  <a:buFont typeface="Lato"/>
                  <a:buNone/>
                </a:pPr>
                <a:r>
                  <a:rPr b="0" i="0" lang="en-US" sz="2200" u="none" cap="none" strike="noStrike">
                    <a:solidFill>
                      <a:srgbClr val="FFFFFF"/>
                    </a:solidFill>
                    <a:latin typeface="Lato"/>
                    <a:ea typeface="Lato"/>
                    <a:cs typeface="Lato"/>
                    <a:sym typeface="Lato"/>
                  </a:rPr>
                  <a:t>6</a:t>
                </a:r>
                <a:endParaRPr b="0" i="0" sz="2200" u="none" cap="none" strike="noStrike">
                  <a:solidFill>
                    <a:srgbClr val="000000"/>
                  </a:solidFill>
                  <a:latin typeface="Lato"/>
                  <a:ea typeface="Lato"/>
                  <a:cs typeface="Lato"/>
                  <a:sym typeface="Lato"/>
                </a:endParaRPr>
              </a:p>
            </p:txBody>
          </p:sp>
        </p:grpSp>
        <p:grpSp>
          <p:nvGrpSpPr>
            <p:cNvPr id="637" name="Google Shape;637;g31226ebda3f_0_305"/>
            <p:cNvGrpSpPr/>
            <p:nvPr/>
          </p:nvGrpSpPr>
          <p:grpSpPr>
            <a:xfrm>
              <a:off x="8256521" y="3503139"/>
              <a:ext cx="775800" cy="775800"/>
              <a:chOff x="8256521" y="3503139"/>
              <a:chExt cx="775800" cy="775800"/>
            </a:xfrm>
          </p:grpSpPr>
          <p:sp>
            <p:nvSpPr>
              <p:cNvPr id="638" name="Google Shape;638;g31226ebda3f_0_305"/>
              <p:cNvSpPr/>
              <p:nvPr/>
            </p:nvSpPr>
            <p:spPr>
              <a:xfrm rot="-2677479">
                <a:off x="8369173" y="3617701"/>
                <a:ext cx="550494" cy="546676"/>
              </a:xfrm>
              <a:prstGeom prst="flowChartConnector">
                <a:avLst/>
              </a:prstGeom>
              <a:solidFill>
                <a:srgbClr val="1C5AA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Lato"/>
                  <a:ea typeface="Lato"/>
                  <a:cs typeface="Lato"/>
                  <a:sym typeface="Lato"/>
                </a:endParaRPr>
              </a:p>
            </p:txBody>
          </p:sp>
          <p:sp>
            <p:nvSpPr>
              <p:cNvPr id="639" name="Google Shape;639;g31226ebda3f_0_305"/>
              <p:cNvSpPr txBox="1"/>
              <p:nvPr/>
            </p:nvSpPr>
            <p:spPr>
              <a:xfrm>
                <a:off x="8550392" y="3710689"/>
                <a:ext cx="188100" cy="2394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FFFFFF"/>
                  </a:buClr>
                  <a:buSzPts val="2200"/>
                  <a:buFont typeface="Lato"/>
                  <a:buNone/>
                </a:pPr>
                <a:r>
                  <a:rPr b="0" i="0" lang="en-US" sz="2200" u="none" cap="none" strike="noStrike">
                    <a:solidFill>
                      <a:srgbClr val="FFFFFF"/>
                    </a:solidFill>
                    <a:latin typeface="Lato"/>
                    <a:ea typeface="Lato"/>
                    <a:cs typeface="Lato"/>
                    <a:sym typeface="Lato"/>
                  </a:rPr>
                  <a:t>3</a:t>
                </a:r>
                <a:endParaRPr b="0" i="0" sz="2200" u="none" cap="none" strike="noStrike">
                  <a:solidFill>
                    <a:srgbClr val="000000"/>
                  </a:solidFill>
                  <a:latin typeface="Lato"/>
                  <a:ea typeface="Lato"/>
                  <a:cs typeface="Lato"/>
                  <a:sym typeface="Lato"/>
                </a:endParaRPr>
              </a:p>
            </p:txBody>
          </p:sp>
        </p:grpSp>
      </p:grpSp>
      <p:sp>
        <p:nvSpPr>
          <p:cNvPr id="640" name="Google Shape;640;g31226ebda3f_0_305"/>
          <p:cNvSpPr txBox="1"/>
          <p:nvPr/>
        </p:nvSpPr>
        <p:spPr>
          <a:xfrm rot="-5400000">
            <a:off x="-1184525" y="2860675"/>
            <a:ext cx="6691800" cy="20319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0">
                <a:solidFill>
                  <a:schemeClr val="dk1"/>
                </a:solidFill>
                <a:latin typeface="Lato"/>
                <a:ea typeface="Lato"/>
                <a:cs typeface="Lato"/>
                <a:sym typeface="Lato"/>
              </a:rPr>
              <a:t>AGENDA</a:t>
            </a:r>
            <a:endParaRPr b="1" sz="12000">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pic>
        <p:nvPicPr>
          <p:cNvPr descr="A blue and white grid&#10;&#10;Description automatically generated" id="645" name="Google Shape;645;g2157e306a5f_0_1"/>
          <p:cNvPicPr preferRelativeResize="0"/>
          <p:nvPr>
            <p:ph idx="2" type="pic"/>
          </p:nvPr>
        </p:nvPicPr>
        <p:blipFill rotWithShape="1">
          <a:blip r:embed="rId3">
            <a:alphaModFix/>
          </a:blip>
          <a:srcRect b="0" l="0" r="0" t="0"/>
          <a:stretch/>
        </p:blipFill>
        <p:spPr>
          <a:xfrm>
            <a:off x="0" y="-180875"/>
            <a:ext cx="14630400" cy="8229600"/>
          </a:xfrm>
          <a:prstGeom prst="rect">
            <a:avLst/>
          </a:prstGeom>
          <a:noFill/>
          <a:ln>
            <a:noFill/>
          </a:ln>
        </p:spPr>
      </p:pic>
      <p:sp>
        <p:nvSpPr>
          <p:cNvPr id="646" name="Google Shape;646;g2157e306a5f_0_1"/>
          <p:cNvSpPr txBox="1"/>
          <p:nvPr>
            <p:ph idx="1" type="body"/>
          </p:nvPr>
        </p:nvSpPr>
        <p:spPr>
          <a:xfrm>
            <a:off x="1348350" y="944025"/>
            <a:ext cx="11884200" cy="5859900"/>
          </a:xfrm>
          <a:prstGeom prst="rect">
            <a:avLst/>
          </a:prstGeom>
          <a:solidFill>
            <a:schemeClr val="lt1"/>
          </a:solidFill>
          <a:ln>
            <a:noFill/>
          </a:ln>
        </p:spPr>
        <p:txBody>
          <a:bodyPr anchorCtr="0" anchor="t" bIns="45700" lIns="0" spcFirstLastPara="1" rIns="45700" wrap="square" tIns="45700">
            <a:spAutoFit/>
          </a:bodyPr>
          <a:lstStyle/>
          <a:p>
            <a:pPr indent="0" lvl="0" marL="457200" rtl="0" algn="l">
              <a:lnSpc>
                <a:spcPct val="150000"/>
              </a:lnSpc>
              <a:spcBef>
                <a:spcPts val="1200"/>
              </a:spcBef>
              <a:spcAft>
                <a:spcPts val="0"/>
              </a:spcAft>
              <a:buClr>
                <a:schemeClr val="dk1"/>
              </a:buClr>
              <a:buSzPts val="1100"/>
              <a:buFont typeface="Arial"/>
              <a:buNone/>
            </a:pPr>
            <a:r>
              <a:t/>
            </a:r>
            <a:endParaRPr sz="21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900">
                <a:solidFill>
                  <a:schemeClr val="dk1"/>
                </a:solidFill>
              </a:rPr>
              <a:t>This project aims to categorize customers based on their purchase behavior in the food distribution industry. Additionally, we are forecasting sales growth. The ultimate objective is to implement effective incentive strategies that drive sales by placing customers into predefined Incentive buckets.</a:t>
            </a:r>
            <a:endParaRPr sz="1900">
              <a:solidFill>
                <a:schemeClr val="dk1"/>
              </a:solidFill>
            </a:endParaRPr>
          </a:p>
          <a:p>
            <a:pPr indent="0" lvl="0" marL="457200" rtl="0" algn="l">
              <a:lnSpc>
                <a:spcPct val="115000"/>
              </a:lnSpc>
              <a:spcBef>
                <a:spcPts val="1200"/>
              </a:spcBef>
              <a:spcAft>
                <a:spcPts val="0"/>
              </a:spcAft>
              <a:buClr>
                <a:schemeClr val="dk1"/>
              </a:buClr>
              <a:buSzPts val="1100"/>
              <a:buFont typeface="Arial"/>
              <a:buNone/>
            </a:pPr>
            <a:r>
              <a:rPr lang="en-US" sz="1900" u="sng">
                <a:solidFill>
                  <a:schemeClr val="dk1"/>
                </a:solidFill>
              </a:rPr>
              <a:t>Business Goals:</a:t>
            </a:r>
            <a:endParaRPr sz="1900" u="sng">
              <a:solidFill>
                <a:schemeClr val="dk1"/>
              </a:solidFill>
            </a:endParaRPr>
          </a:p>
          <a:p>
            <a:pPr indent="-349250" lvl="0" marL="914400" rtl="0" algn="l">
              <a:lnSpc>
                <a:spcPct val="115000"/>
              </a:lnSpc>
              <a:spcBef>
                <a:spcPts val="1200"/>
              </a:spcBef>
              <a:spcAft>
                <a:spcPts val="0"/>
              </a:spcAft>
              <a:buClr>
                <a:schemeClr val="dk1"/>
              </a:buClr>
              <a:buSzPts val="1900"/>
              <a:buAutoNum type="arabicPeriod"/>
            </a:pPr>
            <a:r>
              <a:rPr lang="en-US" sz="1900">
                <a:solidFill>
                  <a:schemeClr val="dk1"/>
                </a:solidFill>
              </a:rPr>
              <a:t>Customer Segmentation : Classify customers into 5 segments -  Sales Growth, Volume, Exclusive Band, Non-Standard, and New Customer incentives based on Average Sales.</a:t>
            </a:r>
            <a:endParaRPr sz="1900">
              <a:solidFill>
                <a:schemeClr val="dk1"/>
              </a:solidFill>
            </a:endParaRPr>
          </a:p>
          <a:p>
            <a:pPr indent="-349250" lvl="0" marL="914400" rtl="0" algn="l">
              <a:lnSpc>
                <a:spcPct val="115000"/>
              </a:lnSpc>
              <a:spcBef>
                <a:spcPts val="0"/>
              </a:spcBef>
              <a:spcAft>
                <a:spcPts val="0"/>
              </a:spcAft>
              <a:buClr>
                <a:schemeClr val="dk1"/>
              </a:buClr>
              <a:buSzPts val="1900"/>
              <a:buAutoNum type="arabicPeriod"/>
            </a:pPr>
            <a:r>
              <a:rPr lang="en-US" sz="1900">
                <a:solidFill>
                  <a:schemeClr val="dk1"/>
                </a:solidFill>
              </a:rPr>
              <a:t>Sales Growth Analysis: Utilize historical data to identify trends and forecast future sales.</a:t>
            </a:r>
            <a:endParaRPr sz="1900">
              <a:solidFill>
                <a:schemeClr val="dk1"/>
              </a:solidFill>
            </a:endParaRPr>
          </a:p>
          <a:p>
            <a:pPr indent="-349250" lvl="0" marL="914400" rtl="0" algn="l">
              <a:lnSpc>
                <a:spcPct val="115000"/>
              </a:lnSpc>
              <a:spcBef>
                <a:spcPts val="0"/>
              </a:spcBef>
              <a:spcAft>
                <a:spcPts val="0"/>
              </a:spcAft>
              <a:buClr>
                <a:schemeClr val="dk1"/>
              </a:buClr>
              <a:buSzPts val="1900"/>
              <a:buAutoNum type="arabicPeriod"/>
            </a:pPr>
            <a:r>
              <a:rPr lang="en-US" sz="1900">
                <a:solidFill>
                  <a:schemeClr val="dk1"/>
                </a:solidFill>
              </a:rPr>
              <a:t>Dashboard Development:Visualize through dashboard (Power BI) and we are driving insights.</a:t>
            </a:r>
            <a:endParaRPr sz="1900">
              <a:solidFill>
                <a:schemeClr val="dk1"/>
              </a:solidFill>
            </a:endParaRPr>
          </a:p>
          <a:p>
            <a:pPr indent="0" lvl="0" marL="457200" rtl="0" algn="l">
              <a:lnSpc>
                <a:spcPct val="115000"/>
              </a:lnSpc>
              <a:spcBef>
                <a:spcPts val="1200"/>
              </a:spcBef>
              <a:spcAft>
                <a:spcPts val="0"/>
              </a:spcAft>
              <a:buNone/>
            </a:pPr>
            <a:r>
              <a:rPr lang="en-US" sz="1900" u="sng">
                <a:solidFill>
                  <a:schemeClr val="dk1"/>
                </a:solidFill>
              </a:rPr>
              <a:t>Goals of the Model:</a:t>
            </a:r>
            <a:endParaRPr sz="1900" u="sng">
              <a:solidFill>
                <a:schemeClr val="dk1"/>
              </a:solidFill>
            </a:endParaRPr>
          </a:p>
          <a:p>
            <a:pPr indent="-349250" lvl="0" marL="914400" rtl="0" algn="l">
              <a:lnSpc>
                <a:spcPct val="115000"/>
              </a:lnSpc>
              <a:spcBef>
                <a:spcPts val="1200"/>
              </a:spcBef>
              <a:spcAft>
                <a:spcPts val="0"/>
              </a:spcAft>
              <a:buClr>
                <a:schemeClr val="dk1"/>
              </a:buClr>
              <a:buSzPts val="1900"/>
              <a:buChar char="●"/>
            </a:pPr>
            <a:r>
              <a:rPr lang="en-US" sz="1900">
                <a:solidFill>
                  <a:schemeClr val="dk1"/>
                </a:solidFill>
              </a:rPr>
              <a:t>Drive Sales Growth: Encourage higher purchasing by assigning segmented incentives.</a:t>
            </a:r>
            <a:endParaRPr sz="1900">
              <a:solidFill>
                <a:schemeClr val="dk1"/>
              </a:solidFill>
            </a:endParaRPr>
          </a:p>
          <a:p>
            <a:pPr indent="-349250" lvl="0" marL="914400" rtl="0" algn="l">
              <a:lnSpc>
                <a:spcPct val="115000"/>
              </a:lnSpc>
              <a:spcBef>
                <a:spcPts val="0"/>
              </a:spcBef>
              <a:spcAft>
                <a:spcPts val="0"/>
              </a:spcAft>
              <a:buClr>
                <a:schemeClr val="dk1"/>
              </a:buClr>
              <a:buSzPts val="1900"/>
              <a:buChar char="●"/>
            </a:pPr>
            <a:r>
              <a:rPr lang="en-US" sz="1900">
                <a:solidFill>
                  <a:schemeClr val="dk1"/>
                </a:solidFill>
              </a:rPr>
              <a:t>Improve Retention &amp; Loyalty: Reward consistent buying behavior.</a:t>
            </a:r>
            <a:endParaRPr sz="1900">
              <a:solidFill>
                <a:schemeClr val="dk1"/>
              </a:solidFill>
            </a:endParaRPr>
          </a:p>
          <a:p>
            <a:pPr indent="-349250" lvl="0" marL="914400" rtl="0" algn="l">
              <a:lnSpc>
                <a:spcPct val="115000"/>
              </a:lnSpc>
              <a:spcBef>
                <a:spcPts val="0"/>
              </a:spcBef>
              <a:spcAft>
                <a:spcPts val="0"/>
              </a:spcAft>
              <a:buClr>
                <a:schemeClr val="dk1"/>
              </a:buClr>
              <a:buSzPts val="1900"/>
              <a:buChar char="●"/>
            </a:pPr>
            <a:r>
              <a:rPr lang="en-US" sz="1900">
                <a:solidFill>
                  <a:schemeClr val="dk1"/>
                </a:solidFill>
              </a:rPr>
              <a:t>Enhance Customer Insights: Predict and cater to future purchasing trends.</a:t>
            </a:r>
            <a:endParaRPr sz="1900">
              <a:solidFill>
                <a:schemeClr val="dk1"/>
              </a:solidFill>
            </a:endParaRPr>
          </a:p>
          <a:p>
            <a:pPr indent="0" lvl="0" marL="457200" rtl="0" algn="l">
              <a:lnSpc>
                <a:spcPct val="150000"/>
              </a:lnSpc>
              <a:spcBef>
                <a:spcPts val="1200"/>
              </a:spcBef>
              <a:spcAft>
                <a:spcPts val="1200"/>
              </a:spcAft>
              <a:buNone/>
            </a:pPr>
            <a:r>
              <a:t/>
            </a:r>
            <a:endParaRPr sz="2100">
              <a:solidFill>
                <a:schemeClr val="dk1"/>
              </a:solidFill>
            </a:endParaRPr>
          </a:p>
        </p:txBody>
      </p:sp>
      <p:grpSp>
        <p:nvGrpSpPr>
          <p:cNvPr id="647" name="Google Shape;647;g2157e306a5f_0_1"/>
          <p:cNvGrpSpPr/>
          <p:nvPr/>
        </p:nvGrpSpPr>
        <p:grpSpPr>
          <a:xfrm>
            <a:off x="13037436" y="6685744"/>
            <a:ext cx="1369929" cy="1064936"/>
            <a:chOff x="12501052" y="6640203"/>
            <a:chExt cx="1385166" cy="1132067"/>
          </a:xfrm>
        </p:grpSpPr>
        <p:grpSp>
          <p:nvGrpSpPr>
            <p:cNvPr id="648" name="Google Shape;648;g2157e306a5f_0_1"/>
            <p:cNvGrpSpPr/>
            <p:nvPr/>
          </p:nvGrpSpPr>
          <p:grpSpPr>
            <a:xfrm>
              <a:off x="12501052" y="7690420"/>
              <a:ext cx="1385166" cy="81850"/>
              <a:chOff x="12825027" y="6677598"/>
              <a:chExt cx="2538794" cy="150019"/>
            </a:xfrm>
          </p:grpSpPr>
          <p:sp>
            <p:nvSpPr>
              <p:cNvPr id="649" name="Google Shape;649;g2157e306a5f_0_1"/>
              <p:cNvSpPr/>
              <p:nvPr/>
            </p:nvSpPr>
            <p:spPr>
              <a:xfrm>
                <a:off x="14074707" y="6736653"/>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242"/>
                      <a:pt x="24671" y="32100"/>
                      <a:pt x="15812" y="3190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650" name="Google Shape;650;g2157e306a5f_0_1"/>
              <p:cNvGrpSpPr/>
              <p:nvPr/>
            </p:nvGrpSpPr>
            <p:grpSpPr>
              <a:xfrm>
                <a:off x="12825027" y="6677598"/>
                <a:ext cx="1184624" cy="150019"/>
                <a:chOff x="12825027" y="6677598"/>
                <a:chExt cx="1184624" cy="150019"/>
              </a:xfrm>
            </p:grpSpPr>
            <p:sp>
              <p:nvSpPr>
                <p:cNvPr id="651" name="Google Shape;651;g2157e306a5f_0_1"/>
                <p:cNvSpPr/>
                <p:nvPr/>
              </p:nvSpPr>
              <p:spPr>
                <a:xfrm>
                  <a:off x="12825027" y="6679980"/>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2" name="Google Shape;652;g2157e306a5f_0_1"/>
                <p:cNvSpPr/>
                <p:nvPr/>
              </p:nvSpPr>
              <p:spPr>
                <a:xfrm>
                  <a:off x="12930563" y="6721985"/>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3" name="Google Shape;653;g2157e306a5f_0_1"/>
                <p:cNvSpPr/>
                <p:nvPr/>
              </p:nvSpPr>
              <p:spPr>
                <a:xfrm>
                  <a:off x="12996382"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4" name="Google Shape;654;g2157e306a5f_0_1"/>
                <p:cNvSpPr/>
                <p:nvPr/>
              </p:nvSpPr>
              <p:spPr>
                <a:xfrm>
                  <a:off x="13041141"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5" name="Google Shape;655;g2157e306a5f_0_1"/>
                <p:cNvSpPr/>
                <p:nvPr/>
              </p:nvSpPr>
              <p:spPr>
                <a:xfrm>
                  <a:off x="13071153" y="6721795"/>
                  <a:ext cx="72580" cy="73533"/>
                </a:xfrm>
                <a:custGeom>
                  <a:rect b="b" l="l" r="r" t="t"/>
                  <a:pathLst>
                    <a:path extrusionOk="0" h="73533" w="72580">
                      <a:moveTo>
                        <a:pt x="36290" y="73533"/>
                      </a:moveTo>
                      <a:cubicBezTo>
                        <a:pt x="25622" y="73533"/>
                        <a:pt x="16955" y="70104"/>
                        <a:pt x="10192" y="63151"/>
                      </a:cubicBezTo>
                      <a:cubicBezTo>
                        <a:pt x="3429" y="56197"/>
                        <a:pt x="0" y="47434"/>
                        <a:pt x="0" y="36766"/>
                      </a:cubicBezTo>
                      <a:cubicBezTo>
                        <a:pt x="0" y="26194"/>
                        <a:pt x="3429" y="17526"/>
                        <a:pt x="10192" y="10477"/>
                      </a:cubicBezTo>
                      <a:cubicBezTo>
                        <a:pt x="16955" y="3524"/>
                        <a:pt x="25718" y="0"/>
                        <a:pt x="36290" y="0"/>
                      </a:cubicBezTo>
                      <a:cubicBezTo>
                        <a:pt x="46863" y="0"/>
                        <a:pt x="55531" y="3524"/>
                        <a:pt x="62389" y="10477"/>
                      </a:cubicBezTo>
                      <a:cubicBezTo>
                        <a:pt x="69247" y="17431"/>
                        <a:pt x="72581" y="26194"/>
                        <a:pt x="72581" y="36766"/>
                      </a:cubicBezTo>
                      <a:cubicBezTo>
                        <a:pt x="72581" y="47434"/>
                        <a:pt x="69152" y="56197"/>
                        <a:pt x="62389" y="63151"/>
                      </a:cubicBezTo>
                      <a:cubicBezTo>
                        <a:pt x="55531" y="70104"/>
                        <a:pt x="46863" y="73533"/>
                        <a:pt x="36290" y="73533"/>
                      </a:cubicBezTo>
                      <a:close/>
                      <a:moveTo>
                        <a:pt x="36290" y="66104"/>
                      </a:moveTo>
                      <a:cubicBezTo>
                        <a:pt x="43529" y="66199"/>
                        <a:pt x="49816" y="63532"/>
                        <a:pt x="54959" y="58007"/>
                      </a:cubicBezTo>
                      <a:cubicBezTo>
                        <a:pt x="60103" y="52578"/>
                        <a:pt x="62770" y="45434"/>
                        <a:pt x="62770" y="36862"/>
                      </a:cubicBezTo>
                      <a:cubicBezTo>
                        <a:pt x="62770" y="28289"/>
                        <a:pt x="60198" y="21336"/>
                        <a:pt x="54959" y="15907"/>
                      </a:cubicBezTo>
                      <a:cubicBezTo>
                        <a:pt x="49816" y="10477"/>
                        <a:pt x="43529" y="7715"/>
                        <a:pt x="36290" y="7620"/>
                      </a:cubicBezTo>
                      <a:cubicBezTo>
                        <a:pt x="28861" y="7620"/>
                        <a:pt x="22670" y="10382"/>
                        <a:pt x="17526" y="15811"/>
                      </a:cubicBezTo>
                      <a:cubicBezTo>
                        <a:pt x="12383" y="21241"/>
                        <a:pt x="9811" y="28289"/>
                        <a:pt x="9811" y="36862"/>
                      </a:cubicBezTo>
                      <a:cubicBezTo>
                        <a:pt x="9716" y="45529"/>
                        <a:pt x="12287" y="52578"/>
                        <a:pt x="17431" y="58007"/>
                      </a:cubicBezTo>
                      <a:cubicBezTo>
                        <a:pt x="22574" y="63341"/>
                        <a:pt x="28861" y="66104"/>
                        <a:pt x="36290" y="661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6" name="Google Shape;656;g2157e306a5f_0_1"/>
                <p:cNvSpPr/>
                <p:nvPr/>
              </p:nvSpPr>
              <p:spPr>
                <a:xfrm>
                  <a:off x="13162213"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7" name="Google Shape;657;g2157e306a5f_0_1"/>
                <p:cNvSpPr/>
                <p:nvPr/>
              </p:nvSpPr>
              <p:spPr>
                <a:xfrm>
                  <a:off x="13235648" y="6721890"/>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8" name="Google Shape;658;g2157e306a5f_0_1"/>
                <p:cNvSpPr/>
                <p:nvPr/>
              </p:nvSpPr>
              <p:spPr>
                <a:xfrm>
                  <a:off x="13326233" y="6677598"/>
                  <a:ext cx="68008" cy="117729"/>
                </a:xfrm>
                <a:custGeom>
                  <a:rect b="b" l="l" r="r" t="t"/>
                  <a:pathLst>
                    <a:path extrusionOk="0" h="117729"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4"/>
                        <a:pt x="58674" y="107252"/>
                      </a:cubicBezTo>
                      <a:cubicBezTo>
                        <a:pt x="52388" y="114110"/>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300"/>
                      </a:moveTo>
                      <a:cubicBezTo>
                        <a:pt x="41338" y="110300"/>
                        <a:pt x="47149" y="107537"/>
                        <a:pt x="51625" y="102108"/>
                      </a:cubicBezTo>
                      <a:cubicBezTo>
                        <a:pt x="56007" y="96679"/>
                        <a:pt x="58198" y="89630"/>
                        <a:pt x="58198" y="81058"/>
                      </a:cubicBezTo>
                      <a:cubicBezTo>
                        <a:pt x="58102" y="72295"/>
                        <a:pt x="55721" y="65246"/>
                        <a:pt x="51149" y="59912"/>
                      </a:cubicBezTo>
                      <a:cubicBezTo>
                        <a:pt x="46577" y="54578"/>
                        <a:pt x="40386" y="51816"/>
                        <a:pt x="32671" y="51816"/>
                      </a:cubicBezTo>
                      <a:cubicBezTo>
                        <a:pt x="25622" y="51816"/>
                        <a:pt x="19812" y="54673"/>
                        <a:pt x="15335" y="60293"/>
                      </a:cubicBezTo>
                      <a:cubicBezTo>
                        <a:pt x="10858" y="66008"/>
                        <a:pt x="8668" y="72866"/>
                        <a:pt x="8668" y="81058"/>
                      </a:cubicBezTo>
                      <a:cubicBezTo>
                        <a:pt x="8668" y="90106"/>
                        <a:pt x="11144" y="97250"/>
                        <a:pt x="16097" y="102489"/>
                      </a:cubicBezTo>
                      <a:cubicBezTo>
                        <a:pt x="20955" y="107632"/>
                        <a:pt x="26860" y="110300"/>
                        <a:pt x="33909" y="11030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59" name="Google Shape;659;g2157e306a5f_0_1"/>
                <p:cNvSpPr/>
                <p:nvPr/>
              </p:nvSpPr>
              <p:spPr>
                <a:xfrm>
                  <a:off x="13412720" y="6677694"/>
                  <a:ext cx="9239" cy="114871"/>
                </a:xfrm>
                <a:custGeom>
                  <a:rect b="b" l="l" r="r" t="t"/>
                  <a:pathLst>
                    <a:path extrusionOk="0" h="114871" w="9239">
                      <a:moveTo>
                        <a:pt x="0" y="114871"/>
                      </a:moveTo>
                      <a:lnTo>
                        <a:pt x="0" y="0"/>
                      </a:lnTo>
                      <a:lnTo>
                        <a:pt x="9239" y="0"/>
                      </a:lnTo>
                      <a:lnTo>
                        <a:pt x="9239" y="114871"/>
                      </a:lnTo>
                      <a:lnTo>
                        <a:pt x="0" y="11487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0" name="Google Shape;660;g2157e306a5f_0_1"/>
                <p:cNvSpPr/>
                <p:nvPr/>
              </p:nvSpPr>
              <p:spPr>
                <a:xfrm>
                  <a:off x="13440343" y="6721795"/>
                  <a:ext cx="65055" cy="73533"/>
                </a:xfrm>
                <a:custGeom>
                  <a:rect b="b" l="l" r="r" t="t"/>
                  <a:pathLst>
                    <a:path extrusionOk="0" h="73533" w="65055">
                      <a:moveTo>
                        <a:pt x="58007" y="49339"/>
                      </a:moveTo>
                      <a:lnTo>
                        <a:pt x="65056" y="52959"/>
                      </a:lnTo>
                      <a:cubicBezTo>
                        <a:pt x="61627" y="59912"/>
                        <a:pt x="57341" y="65151"/>
                        <a:pt x="52102" y="68485"/>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4"/>
                        <a:pt x="34290" y="66104"/>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1" name="Google Shape;661;g2157e306a5f_0_1"/>
                <p:cNvSpPr/>
                <p:nvPr/>
              </p:nvSpPr>
              <p:spPr>
                <a:xfrm>
                  <a:off x="13561881" y="6683123"/>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2" name="Google Shape;662;g2157e306a5f_0_1"/>
                <p:cNvSpPr/>
                <p:nvPr/>
              </p:nvSpPr>
              <p:spPr>
                <a:xfrm>
                  <a:off x="13597219" y="6721890"/>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3" name="Google Shape;663;g2157e306a5f_0_1"/>
                <p:cNvSpPr/>
                <p:nvPr/>
              </p:nvSpPr>
              <p:spPr>
                <a:xfrm>
                  <a:off x="13668466"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4" name="Google Shape;664;g2157e306a5f_0_1"/>
                <p:cNvSpPr/>
                <p:nvPr/>
              </p:nvSpPr>
              <p:spPr>
                <a:xfrm>
                  <a:off x="13731322" y="6694553"/>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5" name="Google Shape;665;g2157e306a5f_0_1"/>
                <p:cNvSpPr/>
                <p:nvPr/>
              </p:nvSpPr>
              <p:spPr>
                <a:xfrm>
                  <a:off x="13761526" y="6721890"/>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6" name="Google Shape;666;g2157e306a5f_0_1"/>
                <p:cNvSpPr/>
                <p:nvPr/>
              </p:nvSpPr>
              <p:spPr>
                <a:xfrm>
                  <a:off x="13852108" y="6677694"/>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7" name="Google Shape;667;g2157e306a5f_0_1"/>
                <p:cNvSpPr/>
                <p:nvPr/>
              </p:nvSpPr>
              <p:spPr>
                <a:xfrm>
                  <a:off x="13921164" y="6698363"/>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68" name="Google Shape;668;g2157e306a5f_0_1"/>
                <p:cNvSpPr/>
                <p:nvPr/>
              </p:nvSpPr>
              <p:spPr>
                <a:xfrm>
                  <a:off x="13961741" y="6721985"/>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nvGrpSpPr>
              <p:cNvPr id="669" name="Google Shape;669;g2157e306a5f_0_1"/>
              <p:cNvGrpSpPr/>
              <p:nvPr/>
            </p:nvGrpSpPr>
            <p:grpSpPr>
              <a:xfrm>
                <a:off x="14161956" y="6681694"/>
                <a:ext cx="1201865" cy="112681"/>
                <a:chOff x="14161956" y="6681694"/>
                <a:chExt cx="1201865" cy="112681"/>
              </a:xfrm>
            </p:grpSpPr>
            <p:sp>
              <p:nvSpPr>
                <p:cNvPr id="670" name="Google Shape;670;g2157e306a5f_0_1"/>
                <p:cNvSpPr/>
                <p:nvPr/>
              </p:nvSpPr>
              <p:spPr>
                <a:xfrm>
                  <a:off x="14161956" y="6681694"/>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99"/>
                      </a:moveTo>
                      <a:lnTo>
                        <a:pt x="67151" y="68199"/>
                      </a:lnTo>
                      <a:lnTo>
                        <a:pt x="48196" y="23527"/>
                      </a:lnTo>
                      <a:lnTo>
                        <a:pt x="29242" y="681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1" name="Google Shape;671;g2157e306a5f_0_1"/>
                <p:cNvSpPr/>
                <p:nvPr/>
              </p:nvSpPr>
              <p:spPr>
                <a:xfrm>
                  <a:off x="14267301"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2" name="Google Shape;672;g2157e306a5f_0_1"/>
                <p:cNvSpPr/>
                <p:nvPr/>
              </p:nvSpPr>
              <p:spPr>
                <a:xfrm>
                  <a:off x="14337405" y="6720937"/>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3" name="Google Shape;673;g2157e306a5f_0_1"/>
                <p:cNvSpPr/>
                <p:nvPr/>
              </p:nvSpPr>
              <p:spPr>
                <a:xfrm>
                  <a:off x="14411890" y="6723699"/>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4" name="Google Shape;674;g2157e306a5f_0_1"/>
                <p:cNvSpPr/>
                <p:nvPr/>
              </p:nvSpPr>
              <p:spPr>
                <a:xfrm>
                  <a:off x="14489998" y="6724842"/>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1"/>
                        <a:pt x="32861" y="476"/>
                      </a:cubicBezTo>
                      <a:cubicBezTo>
                        <a:pt x="34290" y="762"/>
                        <a:pt x="35623" y="1143"/>
                        <a:pt x="36957" y="1524"/>
                      </a:cubicBezTo>
                      <a:lnTo>
                        <a:pt x="34195" y="10287"/>
                      </a:lnTo>
                      <a:cubicBezTo>
                        <a:pt x="33147" y="9811"/>
                        <a:pt x="32099" y="9335"/>
                        <a:pt x="31052" y="9049"/>
                      </a:cubicBezTo>
                      <a:cubicBezTo>
                        <a:pt x="30004" y="8763"/>
                        <a:pt x="28861" y="8573"/>
                        <a:pt x="27622" y="8573"/>
                      </a:cubicBezTo>
                      <a:cubicBezTo>
                        <a:pt x="23146" y="8573"/>
                        <a:pt x="18955" y="11335"/>
                        <a:pt x="15145" y="16859"/>
                      </a:cubicBezTo>
                      <a:cubicBezTo>
                        <a:pt x="11335" y="22384"/>
                        <a:pt x="9430" y="28194"/>
                        <a:pt x="9430" y="34385"/>
                      </a:cubicBezTo>
                      <a:lnTo>
                        <a:pt x="9430" y="69437"/>
                      </a:lnTo>
                      <a:lnTo>
                        <a:pt x="0" y="69437"/>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5" name="Google Shape;675;g2157e306a5f_0_1"/>
                <p:cNvSpPr/>
                <p:nvPr/>
              </p:nvSpPr>
              <p:spPr>
                <a:xfrm>
                  <a:off x="14535811" y="6720842"/>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6" name="Google Shape;676;g2157e306a5f_0_1"/>
                <p:cNvSpPr/>
                <p:nvPr/>
              </p:nvSpPr>
              <p:spPr>
                <a:xfrm>
                  <a:off x="14617537" y="6700078"/>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7" name="Google Shape;677;g2157e306a5f_0_1"/>
                <p:cNvSpPr/>
                <p:nvPr/>
              </p:nvSpPr>
              <p:spPr>
                <a:xfrm>
                  <a:off x="14660305" y="6720747"/>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8" name="Google Shape;678;g2157e306a5f_0_1"/>
                <p:cNvSpPr/>
                <p:nvPr/>
              </p:nvSpPr>
              <p:spPr>
                <a:xfrm>
                  <a:off x="14781463" y="6684838"/>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5"/>
                        <a:pt x="80200" y="83820"/>
                        <a:pt x="69818" y="94107"/>
                      </a:cubicBezTo>
                      <a:cubicBezTo>
                        <a:pt x="59436" y="104394"/>
                        <a:pt x="45148" y="109538"/>
                        <a:pt x="26670" y="109538"/>
                      </a:cubicBezTo>
                      <a:lnTo>
                        <a:pt x="0" y="109538"/>
                      </a:lnTo>
                      <a:close/>
                      <a:moveTo>
                        <a:pt x="10478" y="100774"/>
                      </a:moveTo>
                      <a:lnTo>
                        <a:pt x="25717" y="100774"/>
                      </a:lnTo>
                      <a:cubicBezTo>
                        <a:pt x="40576" y="100870"/>
                        <a:pt x="52388" y="96964"/>
                        <a:pt x="61150" y="89059"/>
                      </a:cubicBezTo>
                      <a:cubicBezTo>
                        <a:pt x="69913" y="81153"/>
                        <a:pt x="74390" y="69723"/>
                        <a:pt x="74390" y="54864"/>
                      </a:cubicBezTo>
                      <a:cubicBezTo>
                        <a:pt x="74390" y="40957"/>
                        <a:pt x="69913" y="29908"/>
                        <a:pt x="61055" y="21526"/>
                      </a:cubicBezTo>
                      <a:cubicBezTo>
                        <a:pt x="52197" y="13145"/>
                        <a:pt x="40386" y="8954"/>
                        <a:pt x="25717" y="8954"/>
                      </a:cubicBezTo>
                      <a:lnTo>
                        <a:pt x="10478" y="8954"/>
                      </a:lnTo>
                      <a:lnTo>
                        <a:pt x="10478" y="10077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79" name="Google Shape;679;g2157e306a5f_0_1"/>
                <p:cNvSpPr/>
                <p:nvPr/>
              </p:nvSpPr>
              <p:spPr>
                <a:xfrm>
                  <a:off x="14882523" y="6720747"/>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0" name="Google Shape;680;g2157e306a5f_0_1"/>
                <p:cNvSpPr/>
                <p:nvPr/>
              </p:nvSpPr>
              <p:spPr>
                <a:xfrm>
                  <a:off x="14961674" y="6720937"/>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1" name="Google Shape;681;g2157e306a5f_0_1"/>
                <p:cNvSpPr/>
                <p:nvPr/>
              </p:nvSpPr>
              <p:spPr>
                <a:xfrm>
                  <a:off x="15033674" y="6696363"/>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2" name="Google Shape;682;g2157e306a5f_0_1"/>
                <p:cNvSpPr/>
                <p:nvPr/>
              </p:nvSpPr>
              <p:spPr>
                <a:xfrm>
                  <a:off x="15061402"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30"/>
                        <a:pt x="23622" y="7430"/>
                      </a:cubicBezTo>
                      <a:cubicBezTo>
                        <a:pt x="20098" y="7430"/>
                        <a:pt x="17336" y="8477"/>
                        <a:pt x="15240" y="10478"/>
                      </a:cubicBezTo>
                      <a:cubicBezTo>
                        <a:pt x="13145"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9"/>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3" name="Google Shape;683;g2157e306a5f_0_1"/>
                <p:cNvSpPr/>
                <p:nvPr/>
              </p:nvSpPr>
              <p:spPr>
                <a:xfrm>
                  <a:off x="15124235" y="6696363"/>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4" name="Google Shape;684;g2157e306a5f_0_1"/>
                <p:cNvSpPr/>
                <p:nvPr/>
              </p:nvSpPr>
              <p:spPr>
                <a:xfrm>
                  <a:off x="15154176" y="6720747"/>
                  <a:ext cx="72389" cy="73533"/>
                </a:xfrm>
                <a:custGeom>
                  <a:rect b="b" l="l" r="r" t="t"/>
                  <a:pathLst>
                    <a:path extrusionOk="0" h="73533" w="72389">
                      <a:moveTo>
                        <a:pt x="36195" y="73533"/>
                      </a:moveTo>
                      <a:cubicBezTo>
                        <a:pt x="25527" y="73533"/>
                        <a:pt x="16859" y="70104"/>
                        <a:pt x="10096" y="63151"/>
                      </a:cubicBezTo>
                      <a:cubicBezTo>
                        <a:pt x="3334" y="56197"/>
                        <a:pt x="0" y="47435"/>
                        <a:pt x="0" y="36767"/>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7"/>
                      </a:cubicBezTo>
                      <a:cubicBezTo>
                        <a:pt x="72390" y="47435"/>
                        <a:pt x="68961" y="56197"/>
                        <a:pt x="62198" y="63151"/>
                      </a:cubicBezTo>
                      <a:cubicBezTo>
                        <a:pt x="55435" y="70104"/>
                        <a:pt x="46768" y="73533"/>
                        <a:pt x="36195" y="73533"/>
                      </a:cubicBezTo>
                      <a:close/>
                      <a:moveTo>
                        <a:pt x="36195" y="66104"/>
                      </a:moveTo>
                      <a:cubicBezTo>
                        <a:pt x="43434" y="66199"/>
                        <a:pt x="49721" y="63532"/>
                        <a:pt x="54864" y="58007"/>
                      </a:cubicBezTo>
                      <a:cubicBezTo>
                        <a:pt x="60007" y="52578"/>
                        <a:pt x="62579" y="45434"/>
                        <a:pt x="62579" y="36862"/>
                      </a:cubicBezTo>
                      <a:cubicBezTo>
                        <a:pt x="62579" y="28289"/>
                        <a:pt x="60007" y="21336"/>
                        <a:pt x="54864" y="15907"/>
                      </a:cubicBezTo>
                      <a:cubicBezTo>
                        <a:pt x="49721" y="10478"/>
                        <a:pt x="43434" y="7715"/>
                        <a:pt x="36195" y="7620"/>
                      </a:cubicBezTo>
                      <a:cubicBezTo>
                        <a:pt x="28861" y="7620"/>
                        <a:pt x="22574" y="10382"/>
                        <a:pt x="17431" y="15812"/>
                      </a:cubicBezTo>
                      <a:cubicBezTo>
                        <a:pt x="12287" y="21241"/>
                        <a:pt x="9715" y="28289"/>
                        <a:pt x="9715" y="36862"/>
                      </a:cubicBezTo>
                      <a:cubicBezTo>
                        <a:pt x="9620" y="45529"/>
                        <a:pt x="12192" y="52578"/>
                        <a:pt x="17335" y="58007"/>
                      </a:cubicBezTo>
                      <a:cubicBezTo>
                        <a:pt x="22574" y="63341"/>
                        <a:pt x="28861" y="66104"/>
                        <a:pt x="36195" y="6610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5" name="Google Shape;685;g2157e306a5f_0_1"/>
                <p:cNvSpPr/>
                <p:nvPr/>
              </p:nvSpPr>
              <p:spPr>
                <a:xfrm>
                  <a:off x="15245044" y="6723604"/>
                  <a:ext cx="54768" cy="70675"/>
                </a:xfrm>
                <a:custGeom>
                  <a:rect b="b" l="l" r="r" t="t"/>
                  <a:pathLst>
                    <a:path extrusionOk="0" h="70675" w="54768">
                      <a:moveTo>
                        <a:pt x="0" y="70675"/>
                      </a:moveTo>
                      <a:lnTo>
                        <a:pt x="0" y="2857"/>
                      </a:lnTo>
                      <a:lnTo>
                        <a:pt x="9239" y="2857"/>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8"/>
                        <a:pt x="54769" y="27241"/>
                      </a:cubicBezTo>
                      <a:lnTo>
                        <a:pt x="54769" y="70675"/>
                      </a:lnTo>
                      <a:lnTo>
                        <a:pt x="45529" y="70675"/>
                      </a:lnTo>
                      <a:lnTo>
                        <a:pt x="45529" y="28480"/>
                      </a:lnTo>
                      <a:cubicBezTo>
                        <a:pt x="45529" y="21145"/>
                        <a:pt x="44291" y="15907"/>
                        <a:pt x="41815" y="12573"/>
                      </a:cubicBezTo>
                      <a:cubicBezTo>
                        <a:pt x="39338" y="9239"/>
                        <a:pt x="35528" y="7525"/>
                        <a:pt x="30575" y="7525"/>
                      </a:cubicBezTo>
                      <a:cubicBezTo>
                        <a:pt x="24289" y="7525"/>
                        <a:pt x="19241" y="10192"/>
                        <a:pt x="15240" y="15526"/>
                      </a:cubicBezTo>
                      <a:cubicBezTo>
                        <a:pt x="11240" y="20859"/>
                        <a:pt x="9239" y="27432"/>
                        <a:pt x="9239" y="35338"/>
                      </a:cubicBezTo>
                      <a:lnTo>
                        <a:pt x="9239" y="70675"/>
                      </a:lnTo>
                      <a:lnTo>
                        <a:pt x="0" y="7067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6" name="Google Shape;686;g2157e306a5f_0_1"/>
                <p:cNvSpPr/>
                <p:nvPr/>
              </p:nvSpPr>
              <p:spPr>
                <a:xfrm>
                  <a:off x="15316101" y="6720937"/>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30"/>
                        <a:pt x="23622" y="7430"/>
                      </a:cubicBezTo>
                      <a:cubicBezTo>
                        <a:pt x="20098" y="7430"/>
                        <a:pt x="17335" y="8477"/>
                        <a:pt x="15240" y="10478"/>
                      </a:cubicBezTo>
                      <a:cubicBezTo>
                        <a:pt x="13144"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9"/>
                        <a:pt x="0" y="56674"/>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sp>
          <p:nvSpPr>
            <p:cNvPr id="687" name="Google Shape;687;g2157e306a5f_0_1"/>
            <p:cNvSpPr/>
            <p:nvPr/>
          </p:nvSpPr>
          <p:spPr>
            <a:xfrm>
              <a:off x="12502252" y="7274676"/>
              <a:ext cx="81552" cy="318943"/>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8" name="Google Shape;688;g2157e306a5f_0_1"/>
            <p:cNvSpPr/>
            <p:nvPr/>
          </p:nvSpPr>
          <p:spPr>
            <a:xfrm>
              <a:off x="12625578" y="7273741"/>
              <a:ext cx="110363" cy="319929"/>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924"/>
                    <a:pt x="27908" y="140779"/>
                  </a:cubicBezTo>
                  <a:cubicBezTo>
                    <a:pt x="45053" y="128207"/>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89" name="Google Shape;689;g2157e306a5f_0_1"/>
            <p:cNvSpPr/>
            <p:nvPr/>
          </p:nvSpPr>
          <p:spPr>
            <a:xfrm>
              <a:off x="12773227" y="7274573"/>
              <a:ext cx="101278" cy="31904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8"/>
                    <a:pt x="118777" y="514826"/>
                  </a:cubicBezTo>
                  <a:cubicBezTo>
                    <a:pt x="131540" y="525304"/>
                    <a:pt x="153829" y="534829"/>
                    <a:pt x="185833" y="543306"/>
                  </a:cubicBezTo>
                  <a:lnTo>
                    <a:pt x="156115" y="585406"/>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90" name="Google Shape;690;g2157e306a5f_0_1"/>
            <p:cNvSpPr/>
            <p:nvPr/>
          </p:nvSpPr>
          <p:spPr>
            <a:xfrm>
              <a:off x="12915679" y="7274573"/>
              <a:ext cx="95672" cy="31904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2"/>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6"/>
                  </a:lnTo>
                  <a:cubicBezTo>
                    <a:pt x="71533" y="571405"/>
                    <a:pt x="36195" y="546544"/>
                    <a:pt x="18574" y="511016"/>
                  </a:cubicBezTo>
                  <a:cubicBezTo>
                    <a:pt x="6191" y="486061"/>
                    <a:pt x="0" y="445675"/>
                    <a:pt x="0" y="389954"/>
                  </a:cubicBezTo>
                  <a:lnTo>
                    <a:pt x="0" y="64484"/>
                  </a:lnTo>
                  <a:cubicBezTo>
                    <a:pt x="0" y="46863"/>
                    <a:pt x="9334" y="31528"/>
                    <a:pt x="27908" y="18669"/>
                  </a:cubicBezTo>
                  <a:cubicBezTo>
                    <a:pt x="45053" y="6191"/>
                    <a:pt x="64294" y="0"/>
                    <a:pt x="85534" y="0"/>
                  </a:cubicBezTo>
                  <a:close/>
                  <a:moveTo>
                    <a:pt x="88011" y="50101"/>
                  </a:moveTo>
                  <a:cubicBezTo>
                    <a:pt x="65818" y="50101"/>
                    <a:pt x="54769" y="59817"/>
                    <a:pt x="54769" y="79153"/>
                  </a:cubicBezTo>
                  <a:lnTo>
                    <a:pt x="54769" y="382714"/>
                  </a:lnTo>
                  <a:cubicBezTo>
                    <a:pt x="54769" y="402050"/>
                    <a:pt x="65818" y="411766"/>
                    <a:pt x="88011" y="411766"/>
                  </a:cubicBezTo>
                  <a:cubicBezTo>
                    <a:pt x="109823" y="411766"/>
                    <a:pt x="120777" y="402050"/>
                    <a:pt x="120777" y="382714"/>
                  </a:cubicBezTo>
                  <a:lnTo>
                    <a:pt x="120777" y="79153"/>
                  </a:lnTo>
                  <a:cubicBezTo>
                    <a:pt x="120777" y="59722"/>
                    <a:pt x="109823" y="50101"/>
                    <a:pt x="88011" y="50101"/>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91" name="Google Shape;691;g2157e306a5f_0_1"/>
            <p:cNvSpPr/>
            <p:nvPr/>
          </p:nvSpPr>
          <p:spPr>
            <a:xfrm>
              <a:off x="13059794" y="7274573"/>
              <a:ext cx="95672" cy="319046"/>
            </a:xfrm>
            <a:custGeom>
              <a:rect b="b" l="l" r="r" t="t"/>
              <a:pathLst>
                <a:path extrusionOk="0" h="585406" w="175545">
                  <a:moveTo>
                    <a:pt x="85535" y="0"/>
                  </a:moveTo>
                  <a:cubicBezTo>
                    <a:pt x="108395" y="0"/>
                    <a:pt x="128588" y="5810"/>
                    <a:pt x="146209" y="17335"/>
                  </a:cubicBezTo>
                  <a:cubicBezTo>
                    <a:pt x="165735" y="29718"/>
                    <a:pt x="175546" y="45529"/>
                    <a:pt x="175546" y="64675"/>
                  </a:cubicBezTo>
                  <a:lnTo>
                    <a:pt x="175546" y="585406"/>
                  </a:lnTo>
                  <a:lnTo>
                    <a:pt x="120777" y="585406"/>
                  </a:lnTo>
                  <a:lnTo>
                    <a:pt x="120777" y="79058"/>
                  </a:lnTo>
                  <a:cubicBezTo>
                    <a:pt x="120777" y="59626"/>
                    <a:pt x="109823" y="49911"/>
                    <a:pt x="88011" y="49911"/>
                  </a:cubicBezTo>
                  <a:cubicBezTo>
                    <a:pt x="65818" y="49911"/>
                    <a:pt x="54769" y="59626"/>
                    <a:pt x="54769" y="79058"/>
                  </a:cubicBezTo>
                  <a:lnTo>
                    <a:pt x="54769" y="585406"/>
                  </a:lnTo>
                  <a:lnTo>
                    <a:pt x="0" y="585406"/>
                  </a:lnTo>
                  <a:lnTo>
                    <a:pt x="0" y="64675"/>
                  </a:lnTo>
                  <a:cubicBezTo>
                    <a:pt x="0" y="46958"/>
                    <a:pt x="9335" y="31623"/>
                    <a:pt x="27908" y="18669"/>
                  </a:cubicBezTo>
                  <a:cubicBezTo>
                    <a:pt x="45053" y="6191"/>
                    <a:pt x="64294" y="0"/>
                    <a:pt x="85535"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92" name="Google Shape;692;g2157e306a5f_0_1"/>
            <p:cNvSpPr/>
            <p:nvPr/>
          </p:nvSpPr>
          <p:spPr>
            <a:xfrm>
              <a:off x="13205832" y="7274573"/>
              <a:ext cx="101278" cy="31904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8"/>
                    <a:pt x="118777" y="514826"/>
                  </a:cubicBezTo>
                  <a:cubicBezTo>
                    <a:pt x="131445" y="525304"/>
                    <a:pt x="153829" y="534829"/>
                    <a:pt x="185833" y="543306"/>
                  </a:cubicBezTo>
                  <a:lnTo>
                    <a:pt x="156115" y="585406"/>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93" name="Google Shape;693;g2157e306a5f_0_1"/>
            <p:cNvSpPr/>
            <p:nvPr/>
          </p:nvSpPr>
          <p:spPr>
            <a:xfrm>
              <a:off x="13348231" y="7274624"/>
              <a:ext cx="96710" cy="318994"/>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94" name="Google Shape;694;g2157e306a5f_0_1"/>
            <p:cNvSpPr/>
            <p:nvPr/>
          </p:nvSpPr>
          <p:spPr>
            <a:xfrm>
              <a:off x="13495725" y="7274624"/>
              <a:ext cx="32911" cy="318994"/>
            </a:xfrm>
            <a:custGeom>
              <a:rect b="b" l="l" r="r" t="t"/>
              <a:pathLst>
                <a:path extrusionOk="0" h="585311" w="60388">
                  <a:moveTo>
                    <a:pt x="3143" y="585312"/>
                  </a:moveTo>
                  <a:lnTo>
                    <a:pt x="3143" y="115253"/>
                  </a:lnTo>
                  <a:lnTo>
                    <a:pt x="57912" y="115253"/>
                  </a:lnTo>
                  <a:lnTo>
                    <a:pt x="57912" y="585312"/>
                  </a:lnTo>
                  <a:lnTo>
                    <a:pt x="3143" y="585312"/>
                  </a:lnTo>
                  <a:close/>
                  <a:moveTo>
                    <a:pt x="0" y="30195"/>
                  </a:moveTo>
                  <a:cubicBezTo>
                    <a:pt x="0" y="46863"/>
                    <a:pt x="13526" y="60389"/>
                    <a:pt x="30194" y="60389"/>
                  </a:cubicBezTo>
                  <a:cubicBezTo>
                    <a:pt x="46863" y="60389"/>
                    <a:pt x="60388" y="46863"/>
                    <a:pt x="60388" y="30195"/>
                  </a:cubicBezTo>
                  <a:cubicBezTo>
                    <a:pt x="60388" y="13526"/>
                    <a:pt x="46863" y="0"/>
                    <a:pt x="30194" y="0"/>
                  </a:cubicBezTo>
                  <a:cubicBezTo>
                    <a:pt x="13621" y="-95"/>
                    <a:pt x="0" y="13526"/>
                    <a:pt x="0" y="30195"/>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95" name="Google Shape;695;g2157e306a5f_0_1"/>
            <p:cNvSpPr/>
            <p:nvPr/>
          </p:nvSpPr>
          <p:spPr>
            <a:xfrm>
              <a:off x="13577787" y="7274573"/>
              <a:ext cx="95672" cy="318943"/>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0"/>
                    <a:pt x="90392" y="457390"/>
                  </a:cubicBezTo>
                  <a:lnTo>
                    <a:pt x="85534" y="457390"/>
                  </a:lnTo>
                  <a:cubicBezTo>
                    <a:pt x="75724" y="457390"/>
                    <a:pt x="66104" y="455867"/>
                    <a:pt x="56674" y="452818"/>
                  </a:cubicBezTo>
                  <a:cubicBezTo>
                    <a:pt x="59912" y="479393"/>
                    <a:pt x="69723" y="499681"/>
                    <a:pt x="86011" y="513588"/>
                  </a:cubicBezTo>
                  <a:cubicBezTo>
                    <a:pt x="100013" y="525304"/>
                    <a:pt x="122872" y="535496"/>
                    <a:pt x="154496" y="544163"/>
                  </a:cubicBezTo>
                  <a:lnTo>
                    <a:pt x="124682" y="585216"/>
                  </a:lnTo>
                  <a:cubicBezTo>
                    <a:pt x="71533" y="571214"/>
                    <a:pt x="36195" y="546544"/>
                    <a:pt x="18574" y="511016"/>
                  </a:cubicBezTo>
                  <a:cubicBezTo>
                    <a:pt x="6191" y="486156"/>
                    <a:pt x="0" y="445865"/>
                    <a:pt x="0" y="390239"/>
                  </a:cubicBezTo>
                  <a:lnTo>
                    <a:pt x="0" y="64008"/>
                  </a:lnTo>
                  <a:cubicBezTo>
                    <a:pt x="0" y="46387"/>
                    <a:pt x="9334" y="31147"/>
                    <a:pt x="27908" y="18288"/>
                  </a:cubicBezTo>
                  <a:cubicBezTo>
                    <a:pt x="45148" y="6191"/>
                    <a:pt x="64389" y="0"/>
                    <a:pt x="85534" y="0"/>
                  </a:cubicBezTo>
                  <a:close/>
                  <a:moveTo>
                    <a:pt x="88011" y="49911"/>
                  </a:moveTo>
                  <a:cubicBezTo>
                    <a:pt x="65818" y="49911"/>
                    <a:pt x="54769" y="59531"/>
                    <a:pt x="54769" y="78867"/>
                  </a:cubicBezTo>
                  <a:lnTo>
                    <a:pt x="54769" y="383286"/>
                  </a:lnTo>
                  <a:cubicBezTo>
                    <a:pt x="54769" y="402526"/>
                    <a:pt x="65818" y="412242"/>
                    <a:pt x="88011" y="412242"/>
                  </a:cubicBezTo>
                  <a:cubicBezTo>
                    <a:pt x="109823" y="412242"/>
                    <a:pt x="120777" y="402622"/>
                    <a:pt x="120777" y="383286"/>
                  </a:cubicBezTo>
                  <a:lnTo>
                    <a:pt x="120777" y="78867"/>
                  </a:lnTo>
                  <a:cubicBezTo>
                    <a:pt x="120777" y="59626"/>
                    <a:pt x="109823" y="49911"/>
                    <a:pt x="88011" y="49911"/>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696" name="Google Shape;696;g2157e306a5f_0_1"/>
            <p:cNvSpPr/>
            <p:nvPr/>
          </p:nvSpPr>
          <p:spPr>
            <a:xfrm>
              <a:off x="13721901" y="7274624"/>
              <a:ext cx="163624" cy="318994"/>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4"/>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697" name="Google Shape;697;g2157e306a5f_0_1"/>
            <p:cNvGrpSpPr/>
            <p:nvPr/>
          </p:nvGrpSpPr>
          <p:grpSpPr>
            <a:xfrm>
              <a:off x="12886499" y="6640203"/>
              <a:ext cx="614318" cy="480396"/>
              <a:chOff x="13531497" y="4752786"/>
              <a:chExt cx="1125949" cy="880491"/>
            </a:xfrm>
          </p:grpSpPr>
          <p:grpSp>
            <p:nvGrpSpPr>
              <p:cNvPr id="698" name="Google Shape;698;g2157e306a5f_0_1"/>
              <p:cNvGrpSpPr/>
              <p:nvPr/>
            </p:nvGrpSpPr>
            <p:grpSpPr>
              <a:xfrm>
                <a:off x="14094424" y="4752786"/>
                <a:ext cx="563022" cy="880491"/>
                <a:chOff x="14094424" y="4752786"/>
                <a:chExt cx="563022" cy="880491"/>
              </a:xfrm>
            </p:grpSpPr>
            <p:sp>
              <p:nvSpPr>
                <p:cNvPr id="699" name="Google Shape;699;g2157e306a5f_0_1"/>
                <p:cNvSpPr/>
                <p:nvPr/>
              </p:nvSpPr>
              <p:spPr>
                <a:xfrm>
                  <a:off x="14094424" y="5054919"/>
                  <a:ext cx="499300" cy="325564"/>
                </a:xfrm>
                <a:custGeom>
                  <a:rect b="b" l="l" r="r" t="t"/>
                  <a:pathLst>
                    <a:path extrusionOk="0" h="325564" w="499300">
                      <a:moveTo>
                        <a:pt x="499301" y="162497"/>
                      </a:moveTo>
                      <a:lnTo>
                        <a:pt x="0" y="0"/>
                      </a:lnTo>
                      <a:lnTo>
                        <a:pt x="0" y="177832"/>
                      </a:lnTo>
                      <a:lnTo>
                        <a:pt x="453962" y="325565"/>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700" name="Google Shape;700;g2157e306a5f_0_1"/>
                <p:cNvSpPr/>
                <p:nvPr/>
              </p:nvSpPr>
              <p:spPr>
                <a:xfrm>
                  <a:off x="14094424" y="5217416"/>
                  <a:ext cx="499300" cy="415861"/>
                </a:xfrm>
                <a:custGeom>
                  <a:rect b="b" l="l" r="r" t="t"/>
                  <a:pathLst>
                    <a:path extrusionOk="0" h="415861" w="499300">
                      <a:moveTo>
                        <a:pt x="0" y="245364"/>
                      </a:moveTo>
                      <a:lnTo>
                        <a:pt x="95" y="415861"/>
                      </a:lnTo>
                      <a:lnTo>
                        <a:pt x="454438" y="192405"/>
                      </a:lnTo>
                      <a:lnTo>
                        <a:pt x="499301" y="0"/>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701" name="Google Shape;701;g2157e306a5f_0_1"/>
                <p:cNvGrpSpPr/>
                <p:nvPr/>
              </p:nvGrpSpPr>
              <p:grpSpPr>
                <a:xfrm>
                  <a:off x="14094424" y="4752786"/>
                  <a:ext cx="563022" cy="627697"/>
                  <a:chOff x="14094424" y="4752786"/>
                  <a:chExt cx="563022" cy="627697"/>
                </a:xfrm>
              </p:grpSpPr>
              <p:sp>
                <p:nvSpPr>
                  <p:cNvPr id="702" name="Google Shape;702;g2157e306a5f_0_1"/>
                  <p:cNvSpPr/>
                  <p:nvPr/>
                </p:nvSpPr>
                <p:spPr>
                  <a:xfrm>
                    <a:off x="14094424" y="4752786"/>
                    <a:ext cx="563022" cy="369379"/>
                  </a:xfrm>
                  <a:custGeom>
                    <a:rect b="b" l="l" r="r" t="t"/>
                    <a:pathLst>
                      <a:path extrusionOk="0" h="369379" w="563022">
                        <a:moveTo>
                          <a:pt x="563023" y="181737"/>
                        </a:moveTo>
                        <a:lnTo>
                          <a:pt x="493109" y="369380"/>
                        </a:lnTo>
                        <a:lnTo>
                          <a:pt x="303181" y="308991"/>
                        </a:lnTo>
                        <a:lnTo>
                          <a:pt x="0" y="209074"/>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703" name="Google Shape;703;g2157e306a5f_0_1"/>
                  <p:cNvSpPr/>
                  <p:nvPr/>
                </p:nvSpPr>
                <p:spPr>
                  <a:xfrm>
                    <a:off x="14094424" y="4934523"/>
                    <a:ext cx="563022" cy="445960"/>
                  </a:xfrm>
                  <a:custGeom>
                    <a:rect b="b" l="l" r="r" t="t"/>
                    <a:pathLst>
                      <a:path extrusionOk="0" h="445960" w="563022">
                        <a:moveTo>
                          <a:pt x="563023" y="0"/>
                        </a:moveTo>
                        <a:lnTo>
                          <a:pt x="518446" y="190881"/>
                        </a:lnTo>
                        <a:lnTo>
                          <a:pt x="0" y="445961"/>
                        </a:lnTo>
                        <a:lnTo>
                          <a:pt x="0" y="275654"/>
                        </a:lnTo>
                        <a:lnTo>
                          <a:pt x="303181" y="127254"/>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nvGrpSpPr>
              <p:cNvPr id="704" name="Google Shape;704;g2157e306a5f_0_1"/>
              <p:cNvGrpSpPr/>
              <p:nvPr/>
            </p:nvGrpSpPr>
            <p:grpSpPr>
              <a:xfrm>
                <a:off x="13531497" y="4752786"/>
                <a:ext cx="562927" cy="880491"/>
                <a:chOff x="13531497" y="4752786"/>
                <a:chExt cx="562927" cy="880491"/>
              </a:xfrm>
            </p:grpSpPr>
            <p:sp>
              <p:nvSpPr>
                <p:cNvPr id="705" name="Google Shape;705;g2157e306a5f_0_1"/>
                <p:cNvSpPr/>
                <p:nvPr/>
              </p:nvSpPr>
              <p:spPr>
                <a:xfrm>
                  <a:off x="13595124" y="5054919"/>
                  <a:ext cx="499300" cy="325564"/>
                </a:xfrm>
                <a:custGeom>
                  <a:rect b="b" l="l" r="r" t="t"/>
                  <a:pathLst>
                    <a:path extrusionOk="0" h="325564" w="499300">
                      <a:moveTo>
                        <a:pt x="0" y="162497"/>
                      </a:moveTo>
                      <a:lnTo>
                        <a:pt x="499300" y="0"/>
                      </a:lnTo>
                      <a:lnTo>
                        <a:pt x="499300" y="177832"/>
                      </a:lnTo>
                      <a:lnTo>
                        <a:pt x="45339" y="325565"/>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706" name="Google Shape;706;g2157e306a5f_0_1"/>
                <p:cNvSpPr/>
                <p:nvPr/>
              </p:nvSpPr>
              <p:spPr>
                <a:xfrm>
                  <a:off x="13595124" y="5217416"/>
                  <a:ext cx="499300" cy="415861"/>
                </a:xfrm>
                <a:custGeom>
                  <a:rect b="b" l="l" r="r" t="t"/>
                  <a:pathLst>
                    <a:path extrusionOk="0" h="415861" w="499300">
                      <a:moveTo>
                        <a:pt x="499300" y="245364"/>
                      </a:moveTo>
                      <a:lnTo>
                        <a:pt x="499300" y="415861"/>
                      </a:lnTo>
                      <a:lnTo>
                        <a:pt x="44958" y="192405"/>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nvGrpSpPr>
                <p:cNvPr id="707" name="Google Shape;707;g2157e306a5f_0_1"/>
                <p:cNvGrpSpPr/>
                <p:nvPr/>
              </p:nvGrpSpPr>
              <p:grpSpPr>
                <a:xfrm>
                  <a:off x="13531497" y="4752786"/>
                  <a:ext cx="562927" cy="627697"/>
                  <a:chOff x="13531497" y="4752786"/>
                  <a:chExt cx="562927" cy="627697"/>
                </a:xfrm>
              </p:grpSpPr>
              <p:sp>
                <p:nvSpPr>
                  <p:cNvPr id="708" name="Google Shape;708;g2157e306a5f_0_1"/>
                  <p:cNvSpPr/>
                  <p:nvPr/>
                </p:nvSpPr>
                <p:spPr>
                  <a:xfrm>
                    <a:off x="13531497" y="4752786"/>
                    <a:ext cx="562927" cy="369379"/>
                  </a:xfrm>
                  <a:custGeom>
                    <a:rect b="b" l="l" r="r" t="t"/>
                    <a:pathLst>
                      <a:path extrusionOk="0" h="369379" w="562927">
                        <a:moveTo>
                          <a:pt x="0" y="181737"/>
                        </a:moveTo>
                        <a:lnTo>
                          <a:pt x="69818" y="369380"/>
                        </a:lnTo>
                        <a:lnTo>
                          <a:pt x="259842" y="308991"/>
                        </a:lnTo>
                        <a:lnTo>
                          <a:pt x="562928" y="209074"/>
                        </a:lnTo>
                        <a:lnTo>
                          <a:pt x="562928" y="0"/>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sp>
                <p:nvSpPr>
                  <p:cNvPr id="709" name="Google Shape;709;g2157e306a5f_0_1"/>
                  <p:cNvSpPr/>
                  <p:nvPr/>
                </p:nvSpPr>
                <p:spPr>
                  <a:xfrm>
                    <a:off x="13531497" y="4934523"/>
                    <a:ext cx="562927" cy="445960"/>
                  </a:xfrm>
                  <a:custGeom>
                    <a:rect b="b" l="l" r="r" t="t"/>
                    <a:pathLst>
                      <a:path extrusionOk="0" h="445960" w="562927">
                        <a:moveTo>
                          <a:pt x="0" y="0"/>
                        </a:moveTo>
                        <a:lnTo>
                          <a:pt x="44482" y="190881"/>
                        </a:lnTo>
                        <a:lnTo>
                          <a:pt x="562928" y="445961"/>
                        </a:lnTo>
                        <a:lnTo>
                          <a:pt x="562928" y="275654"/>
                        </a:lnTo>
                        <a:lnTo>
                          <a:pt x="259842" y="127254"/>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Lato"/>
                      <a:ea typeface="Lato"/>
                      <a:cs typeface="Lato"/>
                      <a:sym typeface="Lato"/>
                    </a:endParaRPr>
                  </a:p>
                </p:txBody>
              </p:sp>
            </p:grpSp>
          </p:grpSp>
        </p:grpSp>
      </p:grpSp>
      <p:pic>
        <p:nvPicPr>
          <p:cNvPr descr="A blue and black logo&#10;&#10;Description automatically generated" id="710" name="Google Shape;710;g2157e306a5f_0_1"/>
          <p:cNvPicPr preferRelativeResize="0"/>
          <p:nvPr/>
        </p:nvPicPr>
        <p:blipFill rotWithShape="1">
          <a:blip r:embed="rId4">
            <a:alphaModFix amt="16000"/>
          </a:blip>
          <a:srcRect b="0" l="0" r="0" t="0"/>
          <a:stretch/>
        </p:blipFill>
        <p:spPr>
          <a:xfrm>
            <a:off x="11000625" y="1326751"/>
            <a:ext cx="3727475" cy="3834650"/>
          </a:xfrm>
          <a:prstGeom prst="rect">
            <a:avLst/>
          </a:prstGeom>
          <a:noFill/>
          <a:ln>
            <a:noFill/>
          </a:ln>
        </p:spPr>
      </p:pic>
      <p:sp>
        <p:nvSpPr>
          <p:cNvPr id="711" name="Google Shape;711;g2157e306a5f_0_1"/>
          <p:cNvSpPr txBox="1"/>
          <p:nvPr/>
        </p:nvSpPr>
        <p:spPr>
          <a:xfrm>
            <a:off x="3863625" y="153725"/>
            <a:ext cx="7137000" cy="53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400">
                <a:solidFill>
                  <a:schemeClr val="lt1"/>
                </a:solidFill>
                <a:latin typeface="Lato"/>
                <a:ea typeface="Lato"/>
                <a:cs typeface="Lato"/>
                <a:sym typeface="Lato"/>
              </a:rPr>
              <a:t>PROJECT OVERVIEW</a:t>
            </a:r>
            <a:endParaRPr b="1" sz="34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g3159bae4d6b_2_25"/>
          <p:cNvSpPr txBox="1"/>
          <p:nvPr>
            <p:ph idx="1" type="body"/>
          </p:nvPr>
        </p:nvSpPr>
        <p:spPr>
          <a:xfrm>
            <a:off x="914400" y="139500"/>
            <a:ext cx="8397000" cy="1215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3800">
                <a:solidFill>
                  <a:schemeClr val="dk2"/>
                </a:solidFill>
                <a:latin typeface="Roboto"/>
                <a:ea typeface="Roboto"/>
                <a:cs typeface="Roboto"/>
                <a:sym typeface="Roboto"/>
              </a:rPr>
              <a:t>DATA COLLECTION</a:t>
            </a:r>
            <a:endParaRPr sz="3800">
              <a:solidFill>
                <a:schemeClr val="dk2"/>
              </a:solidFill>
              <a:latin typeface="Roboto"/>
              <a:ea typeface="Roboto"/>
              <a:cs typeface="Roboto"/>
              <a:sym typeface="Roboto"/>
            </a:endParaRPr>
          </a:p>
          <a:p>
            <a:pPr indent="0" lvl="0" marL="0" rtl="0" algn="l">
              <a:lnSpc>
                <a:spcPct val="100000"/>
              </a:lnSpc>
              <a:spcBef>
                <a:spcPts val="0"/>
              </a:spcBef>
              <a:spcAft>
                <a:spcPts val="0"/>
              </a:spcAft>
              <a:buSzPts val="1400"/>
              <a:buNone/>
            </a:pPr>
            <a:r>
              <a:t/>
            </a:r>
            <a:endParaRPr sz="4100">
              <a:solidFill>
                <a:srgbClr val="000000"/>
              </a:solidFill>
              <a:highlight>
                <a:schemeClr val="lt1"/>
              </a:highlight>
              <a:latin typeface="Arial"/>
              <a:ea typeface="Arial"/>
              <a:cs typeface="Arial"/>
              <a:sym typeface="Arial"/>
            </a:endParaRPr>
          </a:p>
        </p:txBody>
      </p:sp>
      <p:sp>
        <p:nvSpPr>
          <p:cNvPr id="717" name="Google Shape;717;g3159bae4d6b_2_25"/>
          <p:cNvSpPr txBox="1"/>
          <p:nvPr/>
        </p:nvSpPr>
        <p:spPr>
          <a:xfrm>
            <a:off x="1627325" y="1552925"/>
            <a:ext cx="10210200" cy="5160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1400"/>
              </a:spcBef>
              <a:spcAft>
                <a:spcPts val="0"/>
              </a:spcAft>
              <a:buClr>
                <a:srgbClr val="000000"/>
              </a:buClr>
              <a:buSzPts val="1600"/>
              <a:buFont typeface="Arial"/>
              <a:buNone/>
            </a:pPr>
            <a:r>
              <a:rPr b="1" lang="en-US" sz="2400">
                <a:latin typeface="Lato"/>
                <a:ea typeface="Lato"/>
                <a:cs typeface="Lato"/>
                <a:sym typeface="Lato"/>
              </a:rPr>
              <a:t>Data Source:</a:t>
            </a:r>
            <a:endParaRPr b="1" sz="2400">
              <a:solidFill>
                <a:schemeClr val="dk2"/>
              </a:solidFill>
              <a:latin typeface="Lato"/>
              <a:ea typeface="Lato"/>
              <a:cs typeface="Lato"/>
              <a:sym typeface="Lato"/>
            </a:endParaRPr>
          </a:p>
          <a:p>
            <a:pPr indent="0" lvl="0" marL="0" rtl="0" algn="l">
              <a:lnSpc>
                <a:spcPct val="150000"/>
              </a:lnSpc>
              <a:spcBef>
                <a:spcPts val="1200"/>
              </a:spcBef>
              <a:spcAft>
                <a:spcPts val="0"/>
              </a:spcAft>
              <a:buNone/>
            </a:pPr>
            <a:r>
              <a:rPr b="1" lang="en-US" sz="2000">
                <a:latin typeface="Lato"/>
                <a:ea typeface="Lato"/>
                <a:cs typeface="Lato"/>
                <a:sym typeface="Lato"/>
              </a:rPr>
              <a:t>Client’s Tool</a:t>
            </a:r>
            <a:r>
              <a:rPr lang="en-US" sz="2000">
                <a:latin typeface="Lato"/>
                <a:ea typeface="Lato"/>
                <a:cs typeface="Lato"/>
                <a:sym typeface="Lato"/>
              </a:rPr>
              <a:t>: </a:t>
            </a:r>
            <a:r>
              <a:rPr i="1" lang="en-US" sz="2000">
                <a:latin typeface="Lato"/>
                <a:ea typeface="Lato"/>
                <a:cs typeface="Lato"/>
                <a:sym typeface="Lato"/>
              </a:rPr>
              <a:t>A La Carte  - </a:t>
            </a:r>
            <a:r>
              <a:rPr lang="en-US" sz="2000">
                <a:latin typeface="Lato"/>
                <a:ea typeface="Lato"/>
                <a:cs typeface="Lato"/>
                <a:sym typeface="Lato"/>
              </a:rPr>
              <a:t>automatically updates</a:t>
            </a:r>
            <a:r>
              <a:rPr lang="en-US" sz="2000">
                <a:latin typeface="Lato"/>
                <a:ea typeface="Lato"/>
                <a:cs typeface="Lato"/>
                <a:sym typeface="Lato"/>
              </a:rPr>
              <a:t> purchase data in excel and used for creating agreements.</a:t>
            </a:r>
            <a:endParaRPr sz="2000">
              <a:latin typeface="Lato"/>
              <a:ea typeface="Lato"/>
              <a:cs typeface="Lato"/>
              <a:sym typeface="Lato"/>
            </a:endParaRPr>
          </a:p>
          <a:p>
            <a:pPr indent="0" lvl="0" marL="0" rtl="0" algn="l">
              <a:lnSpc>
                <a:spcPct val="150000"/>
              </a:lnSpc>
              <a:spcBef>
                <a:spcPts val="1200"/>
              </a:spcBef>
              <a:spcAft>
                <a:spcPts val="0"/>
              </a:spcAft>
              <a:buNone/>
            </a:pPr>
            <a:r>
              <a:rPr b="1" lang="en-US" sz="2000">
                <a:latin typeface="Lato"/>
                <a:ea typeface="Lato"/>
                <a:cs typeface="Lato"/>
                <a:sym typeface="Lato"/>
              </a:rPr>
              <a:t>Source :  </a:t>
            </a:r>
            <a:r>
              <a:rPr i="1" lang="en-US" sz="2100">
                <a:solidFill>
                  <a:srgbClr val="1F1F1F"/>
                </a:solidFill>
                <a:highlight>
                  <a:srgbClr val="FFFFFF"/>
                </a:highlight>
              </a:rPr>
              <a:t>Snowflake</a:t>
            </a:r>
            <a:r>
              <a:rPr lang="en-US" sz="2100">
                <a:solidFill>
                  <a:srgbClr val="1F1F1F"/>
                </a:solidFill>
                <a:highlight>
                  <a:srgbClr val="FFFFFF"/>
                </a:highlight>
              </a:rPr>
              <a:t> - download data in .xlsm format</a:t>
            </a:r>
            <a:endParaRPr b="1" sz="2000">
              <a:latin typeface="Lato"/>
              <a:ea typeface="Lato"/>
              <a:cs typeface="Lato"/>
              <a:sym typeface="Lato"/>
            </a:endParaRPr>
          </a:p>
          <a:p>
            <a:pPr indent="0" lvl="0" marL="0" rtl="0" algn="l">
              <a:lnSpc>
                <a:spcPct val="150000"/>
              </a:lnSpc>
              <a:spcBef>
                <a:spcPts val="1400"/>
              </a:spcBef>
              <a:spcAft>
                <a:spcPts val="0"/>
              </a:spcAft>
              <a:buClr>
                <a:srgbClr val="000000"/>
              </a:buClr>
              <a:buSzPts val="1600"/>
              <a:buFont typeface="Arial"/>
              <a:buNone/>
            </a:pPr>
            <a:r>
              <a:rPr b="1" lang="en-US" sz="2400">
                <a:latin typeface="Lato"/>
                <a:ea typeface="Lato"/>
                <a:cs typeface="Lato"/>
                <a:sym typeface="Lato"/>
              </a:rPr>
              <a:t>Dataset Description:</a:t>
            </a:r>
            <a:endParaRPr b="1" sz="2400">
              <a:latin typeface="Lato"/>
              <a:ea typeface="Lato"/>
              <a:cs typeface="Lato"/>
              <a:sym typeface="Lato"/>
            </a:endParaRPr>
          </a:p>
          <a:p>
            <a:pPr indent="0" lvl="0" marL="0" rtl="0" algn="l">
              <a:lnSpc>
                <a:spcPct val="150000"/>
              </a:lnSpc>
              <a:spcBef>
                <a:spcPts val="1200"/>
              </a:spcBef>
              <a:spcAft>
                <a:spcPts val="0"/>
              </a:spcAft>
              <a:buClr>
                <a:srgbClr val="000000"/>
              </a:buClr>
              <a:buSzPts val="1200"/>
              <a:buFont typeface="Arial"/>
              <a:buNone/>
            </a:pPr>
            <a:r>
              <a:rPr lang="en-US" sz="2000">
                <a:latin typeface="Lato"/>
                <a:ea typeface="Lato"/>
                <a:cs typeface="Lato"/>
                <a:sym typeface="Lato"/>
              </a:rPr>
              <a:t>The dataset contains three tables: </a:t>
            </a:r>
            <a:endParaRPr sz="2000">
              <a:latin typeface="Lato"/>
              <a:ea typeface="Lato"/>
              <a:cs typeface="Lato"/>
              <a:sym typeface="Lato"/>
            </a:endParaRPr>
          </a:p>
          <a:p>
            <a:pPr indent="-355600" lvl="0" marL="457200" rtl="0" algn="l">
              <a:lnSpc>
                <a:spcPct val="150000"/>
              </a:lnSpc>
              <a:spcBef>
                <a:spcPts val="1200"/>
              </a:spcBef>
              <a:spcAft>
                <a:spcPts val="0"/>
              </a:spcAft>
              <a:buSzPts val="2000"/>
              <a:buFont typeface="Lato"/>
              <a:buAutoNum type="arabicPeriod"/>
            </a:pPr>
            <a:r>
              <a:rPr lang="en-US" sz="2000">
                <a:latin typeface="Lato"/>
                <a:ea typeface="Lato"/>
                <a:cs typeface="Lato"/>
                <a:sym typeface="Lato"/>
              </a:rPr>
              <a:t>EXISTING_CUSTOMERS</a:t>
            </a:r>
            <a:endParaRPr sz="2000">
              <a:latin typeface="Lato"/>
              <a:ea typeface="Lato"/>
              <a:cs typeface="Lato"/>
              <a:sym typeface="Lato"/>
            </a:endParaRPr>
          </a:p>
          <a:p>
            <a:pPr indent="-355600" lvl="0" marL="457200" rtl="0" algn="l">
              <a:lnSpc>
                <a:spcPct val="150000"/>
              </a:lnSpc>
              <a:spcBef>
                <a:spcPts val="0"/>
              </a:spcBef>
              <a:spcAft>
                <a:spcPts val="0"/>
              </a:spcAft>
              <a:buSzPts val="2000"/>
              <a:buFont typeface="Lato"/>
              <a:buAutoNum type="arabicPeriod"/>
            </a:pPr>
            <a:r>
              <a:rPr lang="en-US" sz="2000">
                <a:latin typeface="Lato"/>
                <a:ea typeface="Lato"/>
                <a:cs typeface="Lato"/>
                <a:sym typeface="Lato"/>
              </a:rPr>
              <a:t>EXISTING_CUSTOMERS_VARIABLE_EXP</a:t>
            </a:r>
            <a:endParaRPr sz="2000">
              <a:latin typeface="Lato"/>
              <a:ea typeface="Lato"/>
              <a:cs typeface="Lato"/>
              <a:sym typeface="Lato"/>
            </a:endParaRPr>
          </a:p>
          <a:p>
            <a:pPr indent="-355600" lvl="0" marL="457200" rtl="0" algn="l">
              <a:lnSpc>
                <a:spcPct val="150000"/>
              </a:lnSpc>
              <a:spcBef>
                <a:spcPts val="0"/>
              </a:spcBef>
              <a:spcAft>
                <a:spcPts val="0"/>
              </a:spcAft>
              <a:buSzPts val="2000"/>
              <a:buFont typeface="Lato"/>
              <a:buAutoNum type="arabicPeriod"/>
            </a:pPr>
            <a:r>
              <a:rPr lang="en-US" sz="2000">
                <a:latin typeface="Lato"/>
                <a:ea typeface="Lato"/>
                <a:cs typeface="Lato"/>
                <a:sym typeface="Lato"/>
              </a:rPr>
              <a:t>VARIABLE_SELLING</a:t>
            </a:r>
            <a:endParaRPr sz="2000">
              <a:latin typeface="Lato"/>
              <a:ea typeface="Lato"/>
              <a:cs typeface="Lato"/>
              <a:sym typeface="Lato"/>
            </a:endParaRPr>
          </a:p>
          <a:p>
            <a:pPr indent="0" lvl="0" marL="0" rtl="0" algn="l">
              <a:spcBef>
                <a:spcPts val="0"/>
              </a:spcBef>
              <a:spcAft>
                <a:spcPts val="0"/>
              </a:spcAft>
              <a:buNone/>
            </a:pPr>
            <a:r>
              <a:t/>
            </a:r>
            <a:endParaRPr sz="2900">
              <a:solidFill>
                <a:schemeClr val="dk2"/>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12562749f9_1_0"/>
          <p:cNvSpPr txBox="1"/>
          <p:nvPr/>
        </p:nvSpPr>
        <p:spPr>
          <a:xfrm>
            <a:off x="3970675" y="430975"/>
            <a:ext cx="6528000" cy="7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900">
                <a:solidFill>
                  <a:schemeClr val="dk2"/>
                </a:solidFill>
                <a:latin typeface="Roboto"/>
                <a:ea typeface="Roboto"/>
                <a:cs typeface="Roboto"/>
                <a:sym typeface="Roboto"/>
              </a:rPr>
              <a:t>CUSTOMER SEGMENTATION MODEL</a:t>
            </a:r>
            <a:endParaRPr b="1" sz="2900">
              <a:solidFill>
                <a:schemeClr val="dk2"/>
              </a:solidFill>
              <a:latin typeface="Roboto"/>
              <a:ea typeface="Roboto"/>
              <a:cs typeface="Roboto"/>
              <a:sym typeface="Roboto"/>
            </a:endParaRPr>
          </a:p>
        </p:txBody>
      </p:sp>
      <p:pic>
        <p:nvPicPr>
          <p:cNvPr id="724" name="Google Shape;724;g312562749f9_1_0"/>
          <p:cNvPicPr preferRelativeResize="0"/>
          <p:nvPr/>
        </p:nvPicPr>
        <p:blipFill>
          <a:blip r:embed="rId3">
            <a:alphaModFix/>
          </a:blip>
          <a:stretch>
            <a:fillRect/>
          </a:stretch>
        </p:blipFill>
        <p:spPr>
          <a:xfrm>
            <a:off x="655800" y="1566950"/>
            <a:ext cx="11649075" cy="5791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g312fba7873a_0_0"/>
          <p:cNvSpPr txBox="1"/>
          <p:nvPr>
            <p:ph idx="1" type="body"/>
          </p:nvPr>
        </p:nvSpPr>
        <p:spPr>
          <a:xfrm>
            <a:off x="914400" y="139500"/>
            <a:ext cx="8397000" cy="1215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3800">
                <a:solidFill>
                  <a:schemeClr val="dk2"/>
                </a:solidFill>
                <a:latin typeface="Roboto"/>
                <a:ea typeface="Roboto"/>
                <a:cs typeface="Roboto"/>
                <a:sym typeface="Roboto"/>
              </a:rPr>
              <a:t> SCHEMA OF THE DATA</a:t>
            </a:r>
            <a:endParaRPr sz="3800">
              <a:solidFill>
                <a:schemeClr val="dk2"/>
              </a:solidFill>
              <a:latin typeface="Roboto"/>
              <a:ea typeface="Roboto"/>
              <a:cs typeface="Roboto"/>
              <a:sym typeface="Roboto"/>
            </a:endParaRPr>
          </a:p>
          <a:p>
            <a:pPr indent="0" lvl="0" marL="0" rtl="0" algn="l">
              <a:lnSpc>
                <a:spcPct val="100000"/>
              </a:lnSpc>
              <a:spcBef>
                <a:spcPts val="0"/>
              </a:spcBef>
              <a:spcAft>
                <a:spcPts val="0"/>
              </a:spcAft>
              <a:buSzPts val="1400"/>
              <a:buNone/>
            </a:pPr>
            <a:r>
              <a:t/>
            </a:r>
            <a:endParaRPr sz="4100">
              <a:solidFill>
                <a:srgbClr val="000000"/>
              </a:solidFill>
              <a:highlight>
                <a:schemeClr val="lt1"/>
              </a:highlight>
              <a:latin typeface="Arial"/>
              <a:ea typeface="Arial"/>
              <a:cs typeface="Arial"/>
              <a:sym typeface="Arial"/>
            </a:endParaRPr>
          </a:p>
        </p:txBody>
      </p:sp>
      <p:pic>
        <p:nvPicPr>
          <p:cNvPr id="730" name="Google Shape;730;g312fba7873a_0_0"/>
          <p:cNvPicPr preferRelativeResize="0"/>
          <p:nvPr/>
        </p:nvPicPr>
        <p:blipFill>
          <a:blip r:embed="rId3">
            <a:alphaModFix/>
          </a:blip>
          <a:stretch>
            <a:fillRect/>
          </a:stretch>
        </p:blipFill>
        <p:spPr>
          <a:xfrm>
            <a:off x="716650" y="1355400"/>
            <a:ext cx="3985125" cy="5539975"/>
          </a:xfrm>
          <a:prstGeom prst="rect">
            <a:avLst/>
          </a:prstGeom>
          <a:noFill/>
          <a:ln>
            <a:noFill/>
          </a:ln>
        </p:spPr>
      </p:pic>
      <p:pic>
        <p:nvPicPr>
          <p:cNvPr id="731" name="Google Shape;731;g312fba7873a_0_0"/>
          <p:cNvPicPr preferRelativeResize="0"/>
          <p:nvPr/>
        </p:nvPicPr>
        <p:blipFill>
          <a:blip r:embed="rId4">
            <a:alphaModFix/>
          </a:blip>
          <a:stretch>
            <a:fillRect/>
          </a:stretch>
        </p:blipFill>
        <p:spPr>
          <a:xfrm>
            <a:off x="7557150" y="1371292"/>
            <a:ext cx="4293700" cy="2535734"/>
          </a:xfrm>
          <a:prstGeom prst="rect">
            <a:avLst/>
          </a:prstGeom>
          <a:noFill/>
          <a:ln>
            <a:noFill/>
          </a:ln>
        </p:spPr>
      </p:pic>
      <p:pic>
        <p:nvPicPr>
          <p:cNvPr id="732" name="Google Shape;732;g312fba7873a_0_0"/>
          <p:cNvPicPr preferRelativeResize="0"/>
          <p:nvPr/>
        </p:nvPicPr>
        <p:blipFill>
          <a:blip r:embed="rId5">
            <a:alphaModFix/>
          </a:blip>
          <a:stretch>
            <a:fillRect/>
          </a:stretch>
        </p:blipFill>
        <p:spPr>
          <a:xfrm>
            <a:off x="7557150" y="4217225"/>
            <a:ext cx="4293700" cy="2678150"/>
          </a:xfrm>
          <a:prstGeom prst="rect">
            <a:avLst/>
          </a:prstGeom>
          <a:noFill/>
          <a:ln>
            <a:noFill/>
          </a:ln>
        </p:spPr>
      </p:pic>
      <p:cxnSp>
        <p:nvCxnSpPr>
          <p:cNvPr id="733" name="Google Shape;733;g312fba7873a_0_0"/>
          <p:cNvCxnSpPr/>
          <p:nvPr/>
        </p:nvCxnSpPr>
        <p:spPr>
          <a:xfrm>
            <a:off x="4695975" y="2222450"/>
            <a:ext cx="1311300" cy="0"/>
          </a:xfrm>
          <a:prstGeom prst="straightConnector1">
            <a:avLst/>
          </a:prstGeom>
          <a:noFill/>
          <a:ln cap="flat" cmpd="sng" w="76200">
            <a:solidFill>
              <a:schemeClr val="dk2"/>
            </a:solidFill>
            <a:prstDash val="solid"/>
            <a:round/>
            <a:headEnd len="med" w="med" type="none"/>
            <a:tailEnd len="med" w="med" type="none"/>
          </a:ln>
        </p:spPr>
      </p:cxnSp>
      <p:cxnSp>
        <p:nvCxnSpPr>
          <p:cNvPr id="734" name="Google Shape;734;g312fba7873a_0_0"/>
          <p:cNvCxnSpPr/>
          <p:nvPr/>
        </p:nvCxnSpPr>
        <p:spPr>
          <a:xfrm>
            <a:off x="4695975" y="3044375"/>
            <a:ext cx="1311300" cy="0"/>
          </a:xfrm>
          <a:prstGeom prst="straightConnector1">
            <a:avLst/>
          </a:prstGeom>
          <a:noFill/>
          <a:ln cap="flat" cmpd="sng" w="76200">
            <a:solidFill>
              <a:schemeClr val="dk2"/>
            </a:solidFill>
            <a:prstDash val="solid"/>
            <a:round/>
            <a:headEnd len="med" w="med" type="none"/>
            <a:tailEnd len="med" w="med" type="none"/>
          </a:ln>
        </p:spPr>
      </p:cxnSp>
      <p:cxnSp>
        <p:nvCxnSpPr>
          <p:cNvPr id="735" name="Google Shape;735;g312fba7873a_0_0"/>
          <p:cNvCxnSpPr/>
          <p:nvPr/>
        </p:nvCxnSpPr>
        <p:spPr>
          <a:xfrm flipH="1" rot="10800000">
            <a:off x="5979250" y="1841450"/>
            <a:ext cx="17100" cy="381000"/>
          </a:xfrm>
          <a:prstGeom prst="straightConnector1">
            <a:avLst/>
          </a:prstGeom>
          <a:noFill/>
          <a:ln cap="flat" cmpd="sng" w="76200">
            <a:solidFill>
              <a:schemeClr val="dk2"/>
            </a:solidFill>
            <a:prstDash val="solid"/>
            <a:round/>
            <a:headEnd len="med" w="med" type="none"/>
            <a:tailEnd len="med" w="med" type="none"/>
          </a:ln>
        </p:spPr>
      </p:cxnSp>
      <p:cxnSp>
        <p:nvCxnSpPr>
          <p:cNvPr id="736" name="Google Shape;736;g312fba7873a_0_0"/>
          <p:cNvCxnSpPr/>
          <p:nvPr/>
        </p:nvCxnSpPr>
        <p:spPr>
          <a:xfrm flipH="1" rot="10800000">
            <a:off x="6023425" y="1864825"/>
            <a:ext cx="1484400" cy="3900"/>
          </a:xfrm>
          <a:prstGeom prst="straightConnector1">
            <a:avLst/>
          </a:prstGeom>
          <a:noFill/>
          <a:ln cap="flat" cmpd="sng" w="76200">
            <a:solidFill>
              <a:schemeClr val="dk2"/>
            </a:solidFill>
            <a:prstDash val="solid"/>
            <a:round/>
            <a:headEnd len="med" w="med" type="none"/>
            <a:tailEnd len="med" w="med" type="triangle"/>
          </a:ln>
        </p:spPr>
      </p:cxnSp>
      <p:cxnSp>
        <p:nvCxnSpPr>
          <p:cNvPr id="737" name="Google Shape;737;g312fba7873a_0_0"/>
          <p:cNvCxnSpPr/>
          <p:nvPr/>
        </p:nvCxnSpPr>
        <p:spPr>
          <a:xfrm flipH="1" rot="10800000">
            <a:off x="6032500" y="4956375"/>
            <a:ext cx="1453200" cy="6300"/>
          </a:xfrm>
          <a:prstGeom prst="straightConnector1">
            <a:avLst/>
          </a:prstGeom>
          <a:noFill/>
          <a:ln cap="flat" cmpd="sng" w="76200">
            <a:solidFill>
              <a:schemeClr val="dk2"/>
            </a:solidFill>
            <a:prstDash val="solid"/>
            <a:round/>
            <a:headEnd len="med" w="med" type="none"/>
            <a:tailEnd len="med" w="med" type="triangle"/>
          </a:ln>
        </p:spPr>
      </p:cxnSp>
      <p:cxnSp>
        <p:nvCxnSpPr>
          <p:cNvPr id="738" name="Google Shape;738;g312fba7873a_0_0"/>
          <p:cNvCxnSpPr/>
          <p:nvPr/>
        </p:nvCxnSpPr>
        <p:spPr>
          <a:xfrm>
            <a:off x="6032500" y="3016250"/>
            <a:ext cx="300" cy="1987800"/>
          </a:xfrm>
          <a:prstGeom prst="straightConnector1">
            <a:avLst/>
          </a:prstGeom>
          <a:noFill/>
          <a:ln cap="flat" cmpd="sng" w="76200">
            <a:solidFill>
              <a:schemeClr val="dk2"/>
            </a:solidFill>
            <a:prstDash val="solid"/>
            <a:round/>
            <a:headEnd len="med" w="med" type="none"/>
            <a:tailEnd len="med" w="med" type="none"/>
          </a:ln>
        </p:spPr>
      </p:cxnSp>
      <p:sp>
        <p:nvSpPr>
          <p:cNvPr id="739" name="Google Shape;739;g312fba7873a_0_0"/>
          <p:cNvSpPr/>
          <p:nvPr/>
        </p:nvSpPr>
        <p:spPr>
          <a:xfrm>
            <a:off x="12001475" y="3347675"/>
            <a:ext cx="2445300" cy="964200"/>
          </a:xfrm>
          <a:prstGeom prst="roundRect">
            <a:avLst>
              <a:gd fmla="val 16667" name="adj"/>
            </a:avLst>
          </a:prstGeom>
          <a:solidFill>
            <a:srgbClr val="15608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chemeClr val="lt1"/>
                </a:solidFill>
                <a:latin typeface="Roboto"/>
                <a:ea typeface="Roboto"/>
                <a:cs typeface="Roboto"/>
                <a:sym typeface="Roboto"/>
              </a:rPr>
              <a:t>Input </a:t>
            </a:r>
            <a:r>
              <a:rPr b="1" lang="en-US" sz="2300">
                <a:solidFill>
                  <a:schemeClr val="lt1"/>
                </a:solidFill>
                <a:latin typeface="Roboto"/>
                <a:ea typeface="Roboto"/>
                <a:cs typeface="Roboto"/>
                <a:sym typeface="Roboto"/>
              </a:rPr>
              <a:t>Constraints</a:t>
            </a:r>
            <a:endParaRPr b="1" sz="2300">
              <a:solidFill>
                <a:schemeClr val="lt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4" name="Shape 744"/>
        <p:cNvGrpSpPr/>
        <p:nvPr/>
      </p:nvGrpSpPr>
      <p:grpSpPr>
        <a:xfrm>
          <a:off x="0" y="0"/>
          <a:ext cx="0" cy="0"/>
          <a:chOff x="0" y="0"/>
          <a:chExt cx="0" cy="0"/>
        </a:xfrm>
      </p:grpSpPr>
      <p:pic>
        <p:nvPicPr>
          <p:cNvPr id="745" name="Google Shape;745;g312842f4855_0_47"/>
          <p:cNvPicPr preferRelativeResize="0"/>
          <p:nvPr/>
        </p:nvPicPr>
        <p:blipFill rotWithShape="1">
          <a:blip r:embed="rId3">
            <a:alphaModFix/>
          </a:blip>
          <a:srcRect b="0" l="0" r="0" t="0"/>
          <a:stretch/>
        </p:blipFill>
        <p:spPr>
          <a:xfrm>
            <a:off x="55500" y="5909375"/>
            <a:ext cx="14519400" cy="2320225"/>
          </a:xfrm>
          <a:prstGeom prst="rect">
            <a:avLst/>
          </a:prstGeom>
          <a:noFill/>
          <a:ln>
            <a:noFill/>
          </a:ln>
        </p:spPr>
      </p:pic>
      <p:pic>
        <p:nvPicPr>
          <p:cNvPr descr="A logo with blue and black text&#10;&#10;Description automatically generated" id="746" name="Google Shape;746;g312842f4855_0_47"/>
          <p:cNvPicPr preferRelativeResize="0"/>
          <p:nvPr/>
        </p:nvPicPr>
        <p:blipFill rotWithShape="1">
          <a:blip r:embed="rId4">
            <a:alphaModFix/>
          </a:blip>
          <a:srcRect b="0" l="0" r="0" t="0"/>
          <a:stretch/>
        </p:blipFill>
        <p:spPr>
          <a:xfrm>
            <a:off x="13206294" y="97664"/>
            <a:ext cx="1324202" cy="743012"/>
          </a:xfrm>
          <a:prstGeom prst="rect">
            <a:avLst/>
          </a:prstGeom>
          <a:noFill/>
          <a:ln>
            <a:noFill/>
          </a:ln>
        </p:spPr>
      </p:pic>
      <p:sp>
        <p:nvSpPr>
          <p:cNvPr id="747" name="Google Shape;747;g312842f4855_0_47"/>
          <p:cNvSpPr txBox="1"/>
          <p:nvPr/>
        </p:nvSpPr>
        <p:spPr>
          <a:xfrm>
            <a:off x="728875" y="97625"/>
            <a:ext cx="12331200" cy="74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800">
                <a:solidFill>
                  <a:schemeClr val="dk2"/>
                </a:solidFill>
                <a:latin typeface="Roboto"/>
                <a:ea typeface="Roboto"/>
                <a:cs typeface="Roboto"/>
                <a:sym typeface="Roboto"/>
              </a:rPr>
              <a:t>DATA PREPROCESSING</a:t>
            </a:r>
            <a:endParaRPr b="1" sz="3800">
              <a:solidFill>
                <a:schemeClr val="dk2"/>
              </a:solidFill>
              <a:latin typeface="Roboto"/>
              <a:ea typeface="Roboto"/>
              <a:cs typeface="Roboto"/>
              <a:sym typeface="Roboto"/>
            </a:endParaRPr>
          </a:p>
        </p:txBody>
      </p:sp>
      <p:pic>
        <p:nvPicPr>
          <p:cNvPr id="748" name="Google Shape;748;g312842f4855_0_47"/>
          <p:cNvPicPr preferRelativeResize="0"/>
          <p:nvPr/>
        </p:nvPicPr>
        <p:blipFill rotWithShape="1">
          <a:blip r:embed="rId5">
            <a:alphaModFix/>
          </a:blip>
          <a:srcRect b="0" l="0" r="0" t="0"/>
          <a:stretch/>
        </p:blipFill>
        <p:spPr>
          <a:xfrm>
            <a:off x="1285450" y="1287150"/>
            <a:ext cx="6586869" cy="1271150"/>
          </a:xfrm>
          <a:prstGeom prst="rect">
            <a:avLst/>
          </a:prstGeom>
          <a:noFill/>
          <a:ln>
            <a:noFill/>
          </a:ln>
        </p:spPr>
      </p:pic>
      <p:sp>
        <p:nvSpPr>
          <p:cNvPr id="749" name="Google Shape;749;g312842f4855_0_47"/>
          <p:cNvSpPr/>
          <p:nvPr/>
        </p:nvSpPr>
        <p:spPr>
          <a:xfrm>
            <a:off x="325325" y="4857900"/>
            <a:ext cx="3812700" cy="1540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chemeClr val="lt1"/>
                </a:solidFill>
                <a:latin typeface="Roboto"/>
                <a:ea typeface="Roboto"/>
                <a:cs typeface="Roboto"/>
                <a:sym typeface="Roboto"/>
              </a:rPr>
              <a:t>NO DUPLICATES FOUND</a:t>
            </a:r>
            <a:endParaRPr b="1" sz="2300">
              <a:solidFill>
                <a:schemeClr val="lt1"/>
              </a:solidFill>
              <a:latin typeface="Roboto"/>
              <a:ea typeface="Roboto"/>
              <a:cs typeface="Roboto"/>
              <a:sym typeface="Roboto"/>
            </a:endParaRPr>
          </a:p>
        </p:txBody>
      </p:sp>
      <p:pic>
        <p:nvPicPr>
          <p:cNvPr id="750" name="Google Shape;750;g312842f4855_0_47"/>
          <p:cNvPicPr preferRelativeResize="0"/>
          <p:nvPr/>
        </p:nvPicPr>
        <p:blipFill>
          <a:blip r:embed="rId6">
            <a:alphaModFix/>
          </a:blip>
          <a:stretch>
            <a:fillRect/>
          </a:stretch>
        </p:blipFill>
        <p:spPr>
          <a:xfrm>
            <a:off x="1432050" y="3004725"/>
            <a:ext cx="6440275" cy="1271150"/>
          </a:xfrm>
          <a:prstGeom prst="rect">
            <a:avLst/>
          </a:prstGeom>
          <a:noFill/>
          <a:ln>
            <a:noFill/>
          </a:ln>
        </p:spPr>
      </p:pic>
      <p:sp>
        <p:nvSpPr>
          <p:cNvPr id="751" name="Google Shape;751;g312842f4855_0_47"/>
          <p:cNvSpPr/>
          <p:nvPr/>
        </p:nvSpPr>
        <p:spPr>
          <a:xfrm>
            <a:off x="4314575" y="4857900"/>
            <a:ext cx="3812700" cy="1540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300">
                <a:solidFill>
                  <a:schemeClr val="lt1"/>
                </a:solidFill>
                <a:latin typeface="Roboto"/>
                <a:ea typeface="Roboto"/>
                <a:cs typeface="Roboto"/>
                <a:sym typeface="Roboto"/>
              </a:rPr>
              <a:t>NO NULL VALUES FOUND</a:t>
            </a:r>
            <a:endParaRPr b="1" sz="2300">
              <a:solidFill>
                <a:schemeClr val="lt1"/>
              </a:solidFill>
              <a:latin typeface="Roboto"/>
              <a:ea typeface="Roboto"/>
              <a:cs typeface="Roboto"/>
              <a:sym typeface="Roboto"/>
            </a:endParaRPr>
          </a:p>
        </p:txBody>
      </p:sp>
      <p:sp>
        <p:nvSpPr>
          <p:cNvPr id="752" name="Google Shape;752;g312842f4855_0_47"/>
          <p:cNvSpPr/>
          <p:nvPr/>
        </p:nvSpPr>
        <p:spPr>
          <a:xfrm>
            <a:off x="8489975" y="1287150"/>
            <a:ext cx="5378400" cy="45060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b="1" lang="en-US" sz="2300">
                <a:solidFill>
                  <a:schemeClr val="lt1"/>
                </a:solidFill>
                <a:latin typeface="Roboto"/>
                <a:ea typeface="Roboto"/>
                <a:cs typeface="Roboto"/>
                <a:sym typeface="Roboto"/>
              </a:rPr>
              <a:t>No Missing Data:</a:t>
            </a:r>
            <a:r>
              <a:rPr lang="en-US" sz="2300">
                <a:solidFill>
                  <a:schemeClr val="lt1"/>
                </a:solidFill>
                <a:latin typeface="Roboto"/>
                <a:ea typeface="Roboto"/>
                <a:cs typeface="Roboto"/>
                <a:sym typeface="Roboto"/>
              </a:rPr>
              <a:t> The </a:t>
            </a:r>
            <a:r>
              <a:rPr lang="en-US" sz="2300">
                <a:solidFill>
                  <a:schemeClr val="lt1"/>
                </a:solidFill>
                <a:latin typeface="Roboto"/>
                <a:ea typeface="Roboto"/>
                <a:cs typeface="Roboto"/>
                <a:sym typeface="Roboto"/>
              </a:rPr>
              <a:t>training</a:t>
            </a:r>
            <a:r>
              <a:rPr lang="en-US" sz="2300">
                <a:solidFill>
                  <a:schemeClr val="lt1"/>
                </a:solidFill>
                <a:latin typeface="Roboto"/>
                <a:ea typeface="Roboto"/>
                <a:cs typeface="Roboto"/>
                <a:sym typeface="Roboto"/>
              </a:rPr>
              <a:t> dataset was found to be free of null values and duplicates.</a:t>
            </a:r>
            <a:endParaRPr sz="2300">
              <a:solidFill>
                <a:schemeClr val="lt1"/>
              </a:solidFill>
              <a:latin typeface="Roboto"/>
              <a:ea typeface="Roboto"/>
              <a:cs typeface="Roboto"/>
              <a:sym typeface="Roboto"/>
            </a:endParaRPr>
          </a:p>
          <a:p>
            <a:pPr indent="0" lvl="0" marL="0" rtl="0" algn="just">
              <a:spcBef>
                <a:spcPts val="0"/>
              </a:spcBef>
              <a:spcAft>
                <a:spcPts val="0"/>
              </a:spcAft>
              <a:buNone/>
            </a:pPr>
            <a:r>
              <a:t/>
            </a:r>
            <a:endParaRPr sz="2300">
              <a:solidFill>
                <a:schemeClr val="lt1"/>
              </a:solidFill>
              <a:latin typeface="Roboto"/>
              <a:ea typeface="Roboto"/>
              <a:cs typeface="Roboto"/>
              <a:sym typeface="Roboto"/>
            </a:endParaRPr>
          </a:p>
          <a:p>
            <a:pPr indent="0" lvl="0" marL="0" rtl="0" algn="just">
              <a:spcBef>
                <a:spcPts val="0"/>
              </a:spcBef>
              <a:spcAft>
                <a:spcPts val="0"/>
              </a:spcAft>
              <a:buNone/>
            </a:pPr>
            <a:r>
              <a:rPr b="1" lang="en-US" sz="2300">
                <a:solidFill>
                  <a:schemeClr val="lt1"/>
                </a:solidFill>
                <a:latin typeface="Roboto"/>
                <a:ea typeface="Roboto"/>
                <a:cs typeface="Roboto"/>
                <a:sym typeface="Roboto"/>
              </a:rPr>
              <a:t>Data Quality Assurance:</a:t>
            </a:r>
            <a:r>
              <a:rPr lang="en-US" sz="2300">
                <a:solidFill>
                  <a:schemeClr val="lt1"/>
                </a:solidFill>
                <a:latin typeface="Roboto"/>
                <a:ea typeface="Roboto"/>
                <a:cs typeface="Roboto"/>
                <a:sym typeface="Roboto"/>
              </a:rPr>
              <a:t> We have implemented a preprocessing step to automatically remove any null values or duplicates that might be present in new datasets that will be added, ensuring data integrity for our model.</a:t>
            </a:r>
            <a:endParaRPr sz="2300">
              <a:solidFill>
                <a:schemeClr val="lt1"/>
              </a:solidFill>
              <a:latin typeface="Roboto"/>
              <a:ea typeface="Roboto"/>
              <a:cs typeface="Roboto"/>
              <a:sym typeface="Roboto"/>
            </a:endParaRPr>
          </a:p>
          <a:p>
            <a:pPr indent="0" lvl="0" marL="0" rtl="0" algn="just">
              <a:spcBef>
                <a:spcPts val="0"/>
              </a:spcBef>
              <a:spcAft>
                <a:spcPts val="0"/>
              </a:spcAft>
              <a:buNone/>
            </a:pPr>
            <a:r>
              <a:t/>
            </a:r>
            <a:endParaRPr sz="2300">
              <a:solidFill>
                <a:schemeClr val="lt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g30fe8efc7c6_2_122"/>
          <p:cNvSpPr txBox="1"/>
          <p:nvPr>
            <p:ph idx="1" type="body"/>
          </p:nvPr>
        </p:nvSpPr>
        <p:spPr>
          <a:xfrm>
            <a:off x="914400" y="139500"/>
            <a:ext cx="8397000" cy="12159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lang="en-US" sz="3800">
                <a:solidFill>
                  <a:schemeClr val="dk2"/>
                </a:solidFill>
                <a:latin typeface="Roboto"/>
                <a:ea typeface="Roboto"/>
                <a:cs typeface="Roboto"/>
                <a:sym typeface="Roboto"/>
              </a:rPr>
              <a:t>DATA PREPROCESSING</a:t>
            </a:r>
            <a:endParaRPr sz="3800">
              <a:solidFill>
                <a:schemeClr val="dk2"/>
              </a:solidFill>
              <a:latin typeface="Roboto"/>
              <a:ea typeface="Roboto"/>
              <a:cs typeface="Roboto"/>
              <a:sym typeface="Roboto"/>
            </a:endParaRPr>
          </a:p>
          <a:p>
            <a:pPr indent="0" lvl="0" marL="0" rtl="0" algn="l">
              <a:lnSpc>
                <a:spcPct val="100000"/>
              </a:lnSpc>
              <a:spcBef>
                <a:spcPts val="0"/>
              </a:spcBef>
              <a:spcAft>
                <a:spcPts val="0"/>
              </a:spcAft>
              <a:buSzPts val="1400"/>
              <a:buNone/>
            </a:pPr>
            <a:r>
              <a:t/>
            </a:r>
            <a:endParaRPr sz="4100">
              <a:solidFill>
                <a:srgbClr val="000000"/>
              </a:solidFill>
              <a:highlight>
                <a:schemeClr val="lt1"/>
              </a:highlight>
              <a:latin typeface="Arial"/>
              <a:ea typeface="Arial"/>
              <a:cs typeface="Arial"/>
              <a:sym typeface="Arial"/>
            </a:endParaRPr>
          </a:p>
        </p:txBody>
      </p:sp>
      <p:pic>
        <p:nvPicPr>
          <p:cNvPr id="758" name="Google Shape;758;g30fe8efc7c6_2_122"/>
          <p:cNvPicPr preferRelativeResize="0"/>
          <p:nvPr/>
        </p:nvPicPr>
        <p:blipFill>
          <a:blip r:embed="rId3">
            <a:alphaModFix/>
          </a:blip>
          <a:stretch>
            <a:fillRect/>
          </a:stretch>
        </p:blipFill>
        <p:spPr>
          <a:xfrm>
            <a:off x="10385925" y="869623"/>
            <a:ext cx="1266825" cy="909775"/>
          </a:xfrm>
          <a:prstGeom prst="rect">
            <a:avLst/>
          </a:prstGeom>
          <a:noFill/>
          <a:ln>
            <a:noFill/>
          </a:ln>
        </p:spPr>
      </p:pic>
      <p:pic>
        <p:nvPicPr>
          <p:cNvPr id="759" name="Google Shape;759;g30fe8efc7c6_2_122"/>
          <p:cNvPicPr preferRelativeResize="0"/>
          <p:nvPr/>
        </p:nvPicPr>
        <p:blipFill>
          <a:blip r:embed="rId4">
            <a:alphaModFix/>
          </a:blip>
          <a:stretch>
            <a:fillRect/>
          </a:stretch>
        </p:blipFill>
        <p:spPr>
          <a:xfrm>
            <a:off x="3406650" y="3612600"/>
            <a:ext cx="3908550" cy="846300"/>
          </a:xfrm>
          <a:prstGeom prst="rect">
            <a:avLst/>
          </a:prstGeom>
          <a:noFill/>
          <a:ln>
            <a:noFill/>
          </a:ln>
        </p:spPr>
      </p:pic>
      <p:sp>
        <p:nvSpPr>
          <p:cNvPr id="760" name="Google Shape;760;g30fe8efc7c6_2_122"/>
          <p:cNvSpPr txBox="1"/>
          <p:nvPr/>
        </p:nvSpPr>
        <p:spPr>
          <a:xfrm>
            <a:off x="4435725" y="1741800"/>
            <a:ext cx="1850400" cy="6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900">
                <a:solidFill>
                  <a:schemeClr val="dk2"/>
                </a:solidFill>
                <a:latin typeface="Roboto"/>
                <a:ea typeface="Roboto"/>
                <a:cs typeface="Roboto"/>
                <a:sym typeface="Roboto"/>
              </a:rPr>
              <a:t>BEFORE</a:t>
            </a:r>
            <a:endParaRPr b="1"/>
          </a:p>
        </p:txBody>
      </p:sp>
      <p:pic>
        <p:nvPicPr>
          <p:cNvPr id="761" name="Google Shape;761;g30fe8efc7c6_2_122"/>
          <p:cNvPicPr preferRelativeResize="0"/>
          <p:nvPr/>
        </p:nvPicPr>
        <p:blipFill>
          <a:blip r:embed="rId5">
            <a:alphaModFix/>
          </a:blip>
          <a:stretch>
            <a:fillRect/>
          </a:stretch>
        </p:blipFill>
        <p:spPr>
          <a:xfrm>
            <a:off x="8796850" y="3580863"/>
            <a:ext cx="3908543" cy="909775"/>
          </a:xfrm>
          <a:prstGeom prst="rect">
            <a:avLst/>
          </a:prstGeom>
          <a:noFill/>
          <a:ln>
            <a:noFill/>
          </a:ln>
        </p:spPr>
      </p:pic>
      <p:sp>
        <p:nvSpPr>
          <p:cNvPr id="762" name="Google Shape;762;g30fe8efc7c6_2_122"/>
          <p:cNvSpPr txBox="1"/>
          <p:nvPr/>
        </p:nvSpPr>
        <p:spPr>
          <a:xfrm>
            <a:off x="9652325" y="1741800"/>
            <a:ext cx="1850400" cy="6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900">
                <a:solidFill>
                  <a:schemeClr val="dk2"/>
                </a:solidFill>
                <a:latin typeface="Roboto"/>
                <a:ea typeface="Roboto"/>
                <a:cs typeface="Roboto"/>
                <a:sym typeface="Roboto"/>
              </a:rPr>
              <a:t>AFTER</a:t>
            </a:r>
            <a:endParaRPr b="1"/>
          </a:p>
        </p:txBody>
      </p:sp>
      <p:sp>
        <p:nvSpPr>
          <p:cNvPr id="763" name="Google Shape;763;g30fe8efc7c6_2_122"/>
          <p:cNvSpPr/>
          <p:nvPr/>
        </p:nvSpPr>
        <p:spPr>
          <a:xfrm>
            <a:off x="1732225" y="4705275"/>
            <a:ext cx="10973100" cy="22317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50000"/>
              </a:lnSpc>
              <a:spcBef>
                <a:spcPts val="0"/>
              </a:spcBef>
              <a:spcAft>
                <a:spcPts val="0"/>
              </a:spcAft>
              <a:buNone/>
            </a:pPr>
            <a:r>
              <a:rPr lang="en-US" sz="1700">
                <a:solidFill>
                  <a:schemeClr val="lt1"/>
                </a:solidFill>
                <a:latin typeface="Roboto"/>
                <a:ea typeface="Roboto"/>
                <a:cs typeface="Roboto"/>
                <a:sym typeface="Roboto"/>
              </a:rPr>
              <a:t>We removed rows with zero values, as these represent either canceled or incomplete purchases to ensure: </a:t>
            </a:r>
            <a:endParaRPr sz="1700">
              <a:solidFill>
                <a:schemeClr val="lt1"/>
              </a:solidFill>
              <a:latin typeface="Roboto"/>
              <a:ea typeface="Roboto"/>
              <a:cs typeface="Roboto"/>
              <a:sym typeface="Roboto"/>
            </a:endParaRPr>
          </a:p>
          <a:p>
            <a:pPr indent="-336550" lvl="0" marL="457200" rtl="0" algn="l">
              <a:lnSpc>
                <a:spcPct val="115000"/>
              </a:lnSpc>
              <a:spcBef>
                <a:spcPts val="0"/>
              </a:spcBef>
              <a:spcAft>
                <a:spcPts val="0"/>
              </a:spcAft>
              <a:buClr>
                <a:schemeClr val="lt1"/>
              </a:buClr>
              <a:buSzPts val="1700"/>
              <a:buFont typeface="Roboto"/>
              <a:buAutoNum type="arabicPeriod"/>
            </a:pPr>
            <a:r>
              <a:rPr lang="en-US" sz="1700">
                <a:solidFill>
                  <a:schemeClr val="lt1"/>
                </a:solidFill>
                <a:latin typeface="Roboto"/>
                <a:ea typeface="Roboto"/>
                <a:cs typeface="Roboto"/>
                <a:sym typeface="Roboto"/>
              </a:rPr>
              <a:t>Excludes canceled or incomplete purchases, ensuring sales data accuracy.</a:t>
            </a:r>
            <a:endParaRPr sz="1700">
              <a:solidFill>
                <a:schemeClr val="lt1"/>
              </a:solidFill>
              <a:latin typeface="Roboto"/>
              <a:ea typeface="Roboto"/>
              <a:cs typeface="Roboto"/>
              <a:sym typeface="Roboto"/>
            </a:endParaRPr>
          </a:p>
          <a:p>
            <a:pPr indent="-336550" lvl="0" marL="457200" rtl="0" algn="l">
              <a:lnSpc>
                <a:spcPct val="115000"/>
              </a:lnSpc>
              <a:spcBef>
                <a:spcPts val="0"/>
              </a:spcBef>
              <a:spcAft>
                <a:spcPts val="0"/>
              </a:spcAft>
              <a:buClr>
                <a:schemeClr val="lt1"/>
              </a:buClr>
              <a:buSzPts val="1700"/>
              <a:buFont typeface="Roboto"/>
              <a:buAutoNum type="arabicPeriod"/>
            </a:pPr>
            <a:r>
              <a:rPr lang="en-US" sz="1700">
                <a:solidFill>
                  <a:schemeClr val="lt1"/>
                </a:solidFill>
                <a:latin typeface="Roboto"/>
                <a:ea typeface="Roboto"/>
                <a:cs typeface="Roboto"/>
                <a:sym typeface="Roboto"/>
              </a:rPr>
              <a:t>Prevents skewed averages by removing non-revenue entries.</a:t>
            </a:r>
            <a:endParaRPr sz="1700">
              <a:solidFill>
                <a:schemeClr val="lt1"/>
              </a:solidFill>
              <a:latin typeface="Roboto"/>
              <a:ea typeface="Roboto"/>
              <a:cs typeface="Roboto"/>
              <a:sym typeface="Roboto"/>
            </a:endParaRPr>
          </a:p>
          <a:p>
            <a:pPr indent="-336550" lvl="0" marL="457200" rtl="0" algn="l">
              <a:lnSpc>
                <a:spcPct val="115000"/>
              </a:lnSpc>
              <a:spcBef>
                <a:spcPts val="0"/>
              </a:spcBef>
              <a:spcAft>
                <a:spcPts val="0"/>
              </a:spcAft>
              <a:buClr>
                <a:schemeClr val="lt1"/>
              </a:buClr>
              <a:buSzPts val="1700"/>
              <a:buFont typeface="Roboto"/>
              <a:buAutoNum type="arabicPeriod"/>
            </a:pPr>
            <a:r>
              <a:rPr lang="en-US" sz="1700">
                <a:solidFill>
                  <a:schemeClr val="lt1"/>
                </a:solidFill>
                <a:latin typeface="Roboto"/>
                <a:ea typeface="Roboto"/>
                <a:cs typeface="Roboto"/>
                <a:sym typeface="Roboto"/>
              </a:rPr>
              <a:t>Enhances forecast accuracy by using only actual sales data.</a:t>
            </a:r>
            <a:endParaRPr sz="200">
              <a:solidFill>
                <a:schemeClr val="lt1"/>
              </a:solidFill>
              <a:latin typeface="Roboto"/>
              <a:ea typeface="Roboto"/>
              <a:cs typeface="Roboto"/>
              <a:sym typeface="Roboto"/>
            </a:endParaRPr>
          </a:p>
        </p:txBody>
      </p:sp>
      <p:sp>
        <p:nvSpPr>
          <p:cNvPr id="764" name="Google Shape;764;g30fe8efc7c6_2_122"/>
          <p:cNvSpPr txBox="1"/>
          <p:nvPr/>
        </p:nvSpPr>
        <p:spPr>
          <a:xfrm rot="-5400000">
            <a:off x="1628125" y="2382523"/>
            <a:ext cx="1087800" cy="879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100">
                <a:solidFill>
                  <a:schemeClr val="lt1"/>
                </a:solidFill>
                <a:latin typeface="Roboto"/>
                <a:ea typeface="Roboto"/>
                <a:cs typeface="Roboto"/>
                <a:sym typeface="Roboto"/>
              </a:rPr>
              <a:t>Row count</a:t>
            </a:r>
            <a:endParaRPr b="1" sz="600">
              <a:solidFill>
                <a:schemeClr val="lt1"/>
              </a:solidFill>
            </a:endParaRPr>
          </a:p>
        </p:txBody>
      </p:sp>
      <p:sp>
        <p:nvSpPr>
          <p:cNvPr id="765" name="Google Shape;765;g30fe8efc7c6_2_122"/>
          <p:cNvSpPr txBox="1"/>
          <p:nvPr/>
        </p:nvSpPr>
        <p:spPr>
          <a:xfrm rot="-5400000">
            <a:off x="1586275" y="3595950"/>
            <a:ext cx="1171500" cy="8796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100">
                <a:solidFill>
                  <a:schemeClr val="lt1"/>
                </a:solidFill>
                <a:latin typeface="Roboto"/>
                <a:ea typeface="Roboto"/>
                <a:cs typeface="Roboto"/>
                <a:sym typeface="Roboto"/>
              </a:rPr>
              <a:t>Average sales</a:t>
            </a:r>
            <a:endParaRPr b="1" sz="600">
              <a:solidFill>
                <a:schemeClr val="lt1"/>
              </a:solidFill>
            </a:endParaRPr>
          </a:p>
        </p:txBody>
      </p:sp>
      <p:pic>
        <p:nvPicPr>
          <p:cNvPr id="766" name="Google Shape;766;g30fe8efc7c6_2_122"/>
          <p:cNvPicPr preferRelativeResize="0"/>
          <p:nvPr/>
        </p:nvPicPr>
        <p:blipFill>
          <a:blip r:embed="rId6">
            <a:alphaModFix/>
          </a:blip>
          <a:stretch>
            <a:fillRect/>
          </a:stretch>
        </p:blipFill>
        <p:spPr>
          <a:xfrm>
            <a:off x="3406650" y="2537912"/>
            <a:ext cx="2889924" cy="909775"/>
          </a:xfrm>
          <a:prstGeom prst="rect">
            <a:avLst/>
          </a:prstGeom>
          <a:noFill/>
          <a:ln>
            <a:noFill/>
          </a:ln>
        </p:spPr>
      </p:pic>
      <p:pic>
        <p:nvPicPr>
          <p:cNvPr id="767" name="Google Shape;767;g30fe8efc7c6_2_122"/>
          <p:cNvPicPr preferRelativeResize="0"/>
          <p:nvPr/>
        </p:nvPicPr>
        <p:blipFill>
          <a:blip r:embed="rId7">
            <a:alphaModFix/>
          </a:blip>
          <a:stretch>
            <a:fillRect/>
          </a:stretch>
        </p:blipFill>
        <p:spPr>
          <a:xfrm>
            <a:off x="8796850" y="2553788"/>
            <a:ext cx="2699700" cy="8463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pic>
        <p:nvPicPr>
          <p:cNvPr id="773" name="Google Shape;773;g312842f4855_0_29"/>
          <p:cNvPicPr preferRelativeResize="0"/>
          <p:nvPr/>
        </p:nvPicPr>
        <p:blipFill rotWithShape="1">
          <a:blip r:embed="rId3">
            <a:alphaModFix/>
          </a:blip>
          <a:srcRect b="0" l="0" r="0" t="0"/>
          <a:stretch/>
        </p:blipFill>
        <p:spPr>
          <a:xfrm>
            <a:off x="55500" y="5909375"/>
            <a:ext cx="14519400" cy="2320225"/>
          </a:xfrm>
          <a:prstGeom prst="rect">
            <a:avLst/>
          </a:prstGeom>
          <a:noFill/>
          <a:ln>
            <a:noFill/>
          </a:ln>
        </p:spPr>
      </p:pic>
      <p:pic>
        <p:nvPicPr>
          <p:cNvPr descr="A logo with blue and black text&#10;&#10;Description automatically generated" id="774" name="Google Shape;774;g312842f4855_0_29"/>
          <p:cNvPicPr preferRelativeResize="0"/>
          <p:nvPr/>
        </p:nvPicPr>
        <p:blipFill rotWithShape="1">
          <a:blip r:embed="rId4">
            <a:alphaModFix/>
          </a:blip>
          <a:srcRect b="0" l="0" r="0" t="0"/>
          <a:stretch/>
        </p:blipFill>
        <p:spPr>
          <a:xfrm>
            <a:off x="13035344" y="6697976"/>
            <a:ext cx="1324202" cy="743012"/>
          </a:xfrm>
          <a:prstGeom prst="rect">
            <a:avLst/>
          </a:prstGeom>
          <a:noFill/>
          <a:ln>
            <a:noFill/>
          </a:ln>
        </p:spPr>
      </p:pic>
      <p:sp>
        <p:nvSpPr>
          <p:cNvPr id="775" name="Google Shape;775;g312842f4855_0_29"/>
          <p:cNvSpPr txBox="1"/>
          <p:nvPr/>
        </p:nvSpPr>
        <p:spPr>
          <a:xfrm>
            <a:off x="2876950" y="97625"/>
            <a:ext cx="6166500" cy="74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800">
                <a:solidFill>
                  <a:schemeClr val="dk2"/>
                </a:solidFill>
                <a:latin typeface="Roboto"/>
                <a:ea typeface="Roboto"/>
                <a:cs typeface="Roboto"/>
                <a:sym typeface="Roboto"/>
              </a:rPr>
              <a:t>DATA </a:t>
            </a:r>
            <a:r>
              <a:rPr b="1" lang="en-US" sz="3800">
                <a:solidFill>
                  <a:schemeClr val="dk2"/>
                </a:solidFill>
                <a:latin typeface="Roboto"/>
                <a:ea typeface="Roboto"/>
                <a:cs typeface="Roboto"/>
                <a:sym typeface="Roboto"/>
              </a:rPr>
              <a:t>PREPROCESSING</a:t>
            </a:r>
            <a:endParaRPr b="1" sz="3800">
              <a:solidFill>
                <a:schemeClr val="dk2"/>
              </a:solidFill>
              <a:latin typeface="Roboto"/>
              <a:ea typeface="Roboto"/>
              <a:cs typeface="Roboto"/>
              <a:sym typeface="Roboto"/>
            </a:endParaRPr>
          </a:p>
        </p:txBody>
      </p:sp>
      <p:pic>
        <p:nvPicPr>
          <p:cNvPr id="776" name="Google Shape;776;g312842f4855_0_29"/>
          <p:cNvPicPr preferRelativeResize="0"/>
          <p:nvPr/>
        </p:nvPicPr>
        <p:blipFill>
          <a:blip r:embed="rId5">
            <a:alphaModFix/>
          </a:blip>
          <a:stretch>
            <a:fillRect/>
          </a:stretch>
        </p:blipFill>
        <p:spPr>
          <a:xfrm>
            <a:off x="208700" y="1578725"/>
            <a:ext cx="3972700" cy="4452750"/>
          </a:xfrm>
          <a:prstGeom prst="rect">
            <a:avLst/>
          </a:prstGeom>
          <a:noFill/>
          <a:ln>
            <a:noFill/>
          </a:ln>
        </p:spPr>
      </p:pic>
      <p:pic>
        <p:nvPicPr>
          <p:cNvPr id="777" name="Google Shape;777;g312842f4855_0_29"/>
          <p:cNvPicPr preferRelativeResize="0"/>
          <p:nvPr/>
        </p:nvPicPr>
        <p:blipFill>
          <a:blip r:embed="rId6">
            <a:alphaModFix/>
          </a:blip>
          <a:stretch>
            <a:fillRect/>
          </a:stretch>
        </p:blipFill>
        <p:spPr>
          <a:xfrm>
            <a:off x="4419675" y="1578725"/>
            <a:ext cx="3972700" cy="4811975"/>
          </a:xfrm>
          <a:prstGeom prst="rect">
            <a:avLst/>
          </a:prstGeom>
          <a:noFill/>
          <a:ln>
            <a:noFill/>
          </a:ln>
        </p:spPr>
      </p:pic>
      <p:sp>
        <p:nvSpPr>
          <p:cNvPr id="778" name="Google Shape;778;g312842f4855_0_29"/>
          <p:cNvSpPr txBox="1"/>
          <p:nvPr/>
        </p:nvSpPr>
        <p:spPr>
          <a:xfrm>
            <a:off x="447075" y="1030775"/>
            <a:ext cx="3356100" cy="3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200">
                <a:solidFill>
                  <a:schemeClr val="dk2"/>
                </a:solidFill>
                <a:latin typeface="Roboto"/>
                <a:ea typeface="Roboto"/>
                <a:cs typeface="Roboto"/>
                <a:sym typeface="Roboto"/>
              </a:rPr>
              <a:t>BEFORE</a:t>
            </a:r>
            <a:endParaRPr b="1" sz="2200">
              <a:solidFill>
                <a:schemeClr val="dk2"/>
              </a:solidFill>
              <a:latin typeface="Roboto"/>
              <a:ea typeface="Roboto"/>
              <a:cs typeface="Roboto"/>
              <a:sym typeface="Roboto"/>
            </a:endParaRPr>
          </a:p>
        </p:txBody>
      </p:sp>
      <p:sp>
        <p:nvSpPr>
          <p:cNvPr id="779" name="Google Shape;779;g312842f4855_0_29"/>
          <p:cNvSpPr txBox="1"/>
          <p:nvPr/>
        </p:nvSpPr>
        <p:spPr>
          <a:xfrm>
            <a:off x="4693800" y="1030775"/>
            <a:ext cx="3042900" cy="35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200">
                <a:solidFill>
                  <a:schemeClr val="dk2"/>
                </a:solidFill>
                <a:latin typeface="Roboto"/>
                <a:ea typeface="Roboto"/>
                <a:cs typeface="Roboto"/>
                <a:sym typeface="Roboto"/>
              </a:rPr>
              <a:t>AFTER</a:t>
            </a:r>
            <a:endParaRPr b="1" sz="2200">
              <a:solidFill>
                <a:schemeClr val="dk2"/>
              </a:solidFill>
              <a:latin typeface="Roboto"/>
              <a:ea typeface="Roboto"/>
              <a:cs typeface="Roboto"/>
              <a:sym typeface="Roboto"/>
            </a:endParaRPr>
          </a:p>
        </p:txBody>
      </p:sp>
      <p:sp>
        <p:nvSpPr>
          <p:cNvPr id="780" name="Google Shape;780;g312842f4855_0_29"/>
          <p:cNvSpPr/>
          <p:nvPr/>
        </p:nvSpPr>
        <p:spPr>
          <a:xfrm>
            <a:off x="8768950" y="3643500"/>
            <a:ext cx="5729400" cy="27474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None/>
            </a:pPr>
            <a:r>
              <a:rPr lang="en-US" sz="1800">
                <a:solidFill>
                  <a:schemeClr val="lt1"/>
                </a:solidFill>
              </a:rPr>
              <a:t>The original dataset lacked a </a:t>
            </a:r>
            <a:r>
              <a:rPr b="1" lang="en-US" sz="1800">
                <a:solidFill>
                  <a:srgbClr val="FFF2CC"/>
                </a:solidFill>
                <a:latin typeface="Roboto Mono"/>
                <a:ea typeface="Roboto Mono"/>
                <a:cs typeface="Roboto Mono"/>
                <a:sym typeface="Roboto Mono"/>
              </a:rPr>
              <a:t>DATE_OF_PURCHASE</a:t>
            </a:r>
            <a:r>
              <a:rPr b="1" lang="en-US" sz="1800">
                <a:solidFill>
                  <a:srgbClr val="FFF2CC"/>
                </a:solidFill>
              </a:rPr>
              <a:t> </a:t>
            </a:r>
            <a:r>
              <a:rPr lang="en-US" sz="1800">
                <a:solidFill>
                  <a:schemeClr val="lt1"/>
                </a:solidFill>
              </a:rPr>
              <a:t>column, making it difficult to analyze sales data over time. By adding this column and splitting the data into monthly intervals over the past 5 years</a:t>
            </a:r>
            <a:r>
              <a:rPr lang="en-US" sz="1800">
                <a:solidFill>
                  <a:schemeClr val="lt1"/>
                </a:solidFill>
              </a:rPr>
              <a:t>, we can now leverage time series analysis to identify trends. </a:t>
            </a:r>
            <a:endParaRPr sz="3000">
              <a:solidFill>
                <a:schemeClr val="lt1"/>
              </a:solidFill>
              <a:latin typeface="Roboto"/>
              <a:ea typeface="Roboto"/>
              <a:cs typeface="Roboto"/>
              <a:sym typeface="Roboto"/>
            </a:endParaRPr>
          </a:p>
        </p:txBody>
      </p:sp>
      <p:pic>
        <p:nvPicPr>
          <p:cNvPr id="781" name="Google Shape;781;g312842f4855_0_29"/>
          <p:cNvPicPr preferRelativeResize="0"/>
          <p:nvPr/>
        </p:nvPicPr>
        <p:blipFill>
          <a:blip r:embed="rId7">
            <a:alphaModFix/>
          </a:blip>
          <a:stretch>
            <a:fillRect/>
          </a:stretch>
        </p:blipFill>
        <p:spPr>
          <a:xfrm>
            <a:off x="8630650" y="1057050"/>
            <a:ext cx="5563991" cy="2000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g3159bae4d6b_2_69"/>
          <p:cNvPicPr preferRelativeResize="0"/>
          <p:nvPr/>
        </p:nvPicPr>
        <p:blipFill rotWithShape="1">
          <a:blip r:embed="rId3">
            <a:alphaModFix/>
          </a:blip>
          <a:srcRect b="0" l="0" r="0" t="0"/>
          <a:stretch/>
        </p:blipFill>
        <p:spPr>
          <a:xfrm>
            <a:off x="55500" y="5909375"/>
            <a:ext cx="14519400" cy="2320225"/>
          </a:xfrm>
          <a:prstGeom prst="rect">
            <a:avLst/>
          </a:prstGeom>
          <a:noFill/>
          <a:ln>
            <a:noFill/>
          </a:ln>
        </p:spPr>
      </p:pic>
      <p:pic>
        <p:nvPicPr>
          <p:cNvPr descr="A logo with blue and black text&#10;&#10;Description automatically generated" id="788" name="Google Shape;788;g3159bae4d6b_2_69"/>
          <p:cNvPicPr preferRelativeResize="0"/>
          <p:nvPr/>
        </p:nvPicPr>
        <p:blipFill rotWithShape="1">
          <a:blip r:embed="rId4">
            <a:alphaModFix/>
          </a:blip>
          <a:srcRect b="0" l="0" r="0" t="0"/>
          <a:stretch/>
        </p:blipFill>
        <p:spPr>
          <a:xfrm>
            <a:off x="13060194" y="5591839"/>
            <a:ext cx="1324202" cy="743012"/>
          </a:xfrm>
          <a:prstGeom prst="rect">
            <a:avLst/>
          </a:prstGeom>
          <a:noFill/>
          <a:ln>
            <a:noFill/>
          </a:ln>
        </p:spPr>
      </p:pic>
      <p:sp>
        <p:nvSpPr>
          <p:cNvPr id="789" name="Google Shape;789;g3159bae4d6b_2_69"/>
          <p:cNvSpPr txBox="1"/>
          <p:nvPr/>
        </p:nvSpPr>
        <p:spPr>
          <a:xfrm>
            <a:off x="0" y="0"/>
            <a:ext cx="14630400" cy="840600"/>
          </a:xfrm>
          <a:prstGeom prst="rect">
            <a:avLst/>
          </a:prstGeom>
          <a:solidFill>
            <a:schemeClr val="dk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800">
                <a:solidFill>
                  <a:schemeClr val="lt1"/>
                </a:solidFill>
                <a:latin typeface="Roboto"/>
                <a:ea typeface="Roboto"/>
                <a:cs typeface="Roboto"/>
                <a:sym typeface="Roboto"/>
              </a:rPr>
              <a:t>OUTLIERS</a:t>
            </a:r>
            <a:endParaRPr b="1" sz="3800">
              <a:solidFill>
                <a:schemeClr val="lt1"/>
              </a:solidFill>
              <a:latin typeface="Roboto"/>
              <a:ea typeface="Roboto"/>
              <a:cs typeface="Roboto"/>
              <a:sym typeface="Roboto"/>
            </a:endParaRPr>
          </a:p>
          <a:p>
            <a:pPr indent="0" lvl="0" marL="0" rtl="0" algn="ctr">
              <a:spcBef>
                <a:spcPts val="0"/>
              </a:spcBef>
              <a:spcAft>
                <a:spcPts val="0"/>
              </a:spcAft>
              <a:buNone/>
            </a:pPr>
            <a:r>
              <a:t/>
            </a:r>
            <a:endParaRPr b="1" sz="3800">
              <a:solidFill>
                <a:schemeClr val="dk2"/>
              </a:solidFill>
              <a:latin typeface="Roboto"/>
              <a:ea typeface="Roboto"/>
              <a:cs typeface="Roboto"/>
              <a:sym typeface="Roboto"/>
            </a:endParaRPr>
          </a:p>
          <a:p>
            <a:pPr indent="0" lvl="0" marL="0" rtl="0" algn="ctr">
              <a:spcBef>
                <a:spcPts val="0"/>
              </a:spcBef>
              <a:spcAft>
                <a:spcPts val="0"/>
              </a:spcAft>
              <a:buNone/>
            </a:pPr>
            <a:r>
              <a:t/>
            </a:r>
            <a:endParaRPr b="1" sz="3800">
              <a:solidFill>
                <a:schemeClr val="dk2"/>
              </a:solidFill>
              <a:latin typeface="Roboto"/>
              <a:ea typeface="Roboto"/>
              <a:cs typeface="Roboto"/>
              <a:sym typeface="Roboto"/>
            </a:endParaRPr>
          </a:p>
        </p:txBody>
      </p:sp>
      <p:pic>
        <p:nvPicPr>
          <p:cNvPr id="790" name="Google Shape;790;g3159bae4d6b_2_69"/>
          <p:cNvPicPr preferRelativeResize="0"/>
          <p:nvPr/>
        </p:nvPicPr>
        <p:blipFill>
          <a:blip r:embed="rId5">
            <a:alphaModFix/>
          </a:blip>
          <a:stretch>
            <a:fillRect/>
          </a:stretch>
        </p:blipFill>
        <p:spPr>
          <a:xfrm>
            <a:off x="184425" y="840675"/>
            <a:ext cx="9283025" cy="5494175"/>
          </a:xfrm>
          <a:prstGeom prst="rect">
            <a:avLst/>
          </a:prstGeom>
          <a:noFill/>
          <a:ln>
            <a:noFill/>
          </a:ln>
        </p:spPr>
      </p:pic>
      <p:sp>
        <p:nvSpPr>
          <p:cNvPr id="791" name="Google Shape;791;g3159bae4d6b_2_69"/>
          <p:cNvSpPr/>
          <p:nvPr/>
        </p:nvSpPr>
        <p:spPr>
          <a:xfrm>
            <a:off x="9467450" y="2696700"/>
            <a:ext cx="4843200" cy="1980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0200" lvl="0" marL="457200" rtl="0" algn="l">
              <a:lnSpc>
                <a:spcPct val="150000"/>
              </a:lnSpc>
              <a:spcBef>
                <a:spcPts val="0"/>
              </a:spcBef>
              <a:spcAft>
                <a:spcPts val="0"/>
              </a:spcAft>
              <a:buClr>
                <a:schemeClr val="lt1"/>
              </a:buClr>
              <a:buSzPts val="1600"/>
              <a:buFont typeface="Roboto"/>
              <a:buChar char="●"/>
            </a:pPr>
            <a:r>
              <a:rPr lang="en-US" sz="1600">
                <a:solidFill>
                  <a:schemeClr val="lt1"/>
                </a:solidFill>
                <a:latin typeface="Roboto"/>
                <a:ea typeface="Roboto"/>
                <a:cs typeface="Roboto"/>
                <a:sym typeface="Roboto"/>
              </a:rPr>
              <a:t>Retained outliers as they significantly contribute to overall revenue.</a:t>
            </a:r>
            <a:endParaRPr sz="1600">
              <a:solidFill>
                <a:schemeClr val="lt1"/>
              </a:solidFill>
              <a:latin typeface="Roboto"/>
              <a:ea typeface="Roboto"/>
              <a:cs typeface="Roboto"/>
              <a:sym typeface="Roboto"/>
            </a:endParaRPr>
          </a:p>
          <a:p>
            <a:pPr indent="-330200" lvl="0" marL="457200" rtl="0" algn="l">
              <a:lnSpc>
                <a:spcPct val="150000"/>
              </a:lnSpc>
              <a:spcBef>
                <a:spcPts val="0"/>
              </a:spcBef>
              <a:spcAft>
                <a:spcPts val="0"/>
              </a:spcAft>
              <a:buClr>
                <a:schemeClr val="lt1"/>
              </a:buClr>
              <a:buSzPts val="1600"/>
              <a:buFont typeface="Roboto"/>
              <a:buChar char="●"/>
            </a:pPr>
            <a:r>
              <a:rPr lang="en-US" sz="1600">
                <a:solidFill>
                  <a:schemeClr val="lt1"/>
                </a:solidFill>
                <a:latin typeface="Roboto"/>
                <a:ea typeface="Roboto"/>
                <a:cs typeface="Roboto"/>
                <a:sym typeface="Roboto"/>
              </a:rPr>
              <a:t>Sales spikes in outliers reveal peak demand patterns for inventory planning</a:t>
            </a:r>
            <a:endParaRPr sz="1600">
              <a:solidFill>
                <a:schemeClr val="lt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30fe8efc7c6_2_128"/>
          <p:cNvSpPr txBox="1"/>
          <p:nvPr>
            <p:ph idx="1" type="body"/>
          </p:nvPr>
        </p:nvSpPr>
        <p:spPr>
          <a:xfrm>
            <a:off x="914400" y="1201738"/>
            <a:ext cx="82263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Customer Segmentation</a:t>
            </a:r>
            <a:endParaRPr/>
          </a:p>
        </p:txBody>
      </p:sp>
      <p:pic>
        <p:nvPicPr>
          <p:cNvPr id="797" name="Google Shape;797;g30fe8efc7c6_2_128"/>
          <p:cNvPicPr preferRelativeResize="0"/>
          <p:nvPr/>
        </p:nvPicPr>
        <p:blipFill>
          <a:blip r:embed="rId3">
            <a:alphaModFix/>
          </a:blip>
          <a:stretch>
            <a:fillRect/>
          </a:stretch>
        </p:blipFill>
        <p:spPr>
          <a:xfrm>
            <a:off x="1045025" y="1632850"/>
            <a:ext cx="10444650" cy="5508976"/>
          </a:xfrm>
          <a:prstGeom prst="rect">
            <a:avLst/>
          </a:prstGeom>
          <a:noFill/>
          <a:ln>
            <a:noFill/>
          </a:ln>
        </p:spPr>
      </p:pic>
      <p:pic>
        <p:nvPicPr>
          <p:cNvPr id="798" name="Google Shape;798;g30fe8efc7c6_2_128"/>
          <p:cNvPicPr preferRelativeResize="0"/>
          <p:nvPr/>
        </p:nvPicPr>
        <p:blipFill>
          <a:blip r:embed="rId4">
            <a:alphaModFix/>
          </a:blip>
          <a:stretch>
            <a:fillRect/>
          </a:stretch>
        </p:blipFill>
        <p:spPr>
          <a:xfrm>
            <a:off x="6898188" y="3138475"/>
            <a:ext cx="4352925" cy="1952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g30fe8efc7c6_2_140"/>
          <p:cNvSpPr txBox="1"/>
          <p:nvPr>
            <p:ph idx="1" type="body"/>
          </p:nvPr>
        </p:nvSpPr>
        <p:spPr>
          <a:xfrm>
            <a:off x="914400" y="1157975"/>
            <a:ext cx="5940600" cy="5388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sz="3500"/>
              <a:t>Customer Segmentation</a:t>
            </a:r>
            <a:endParaRPr sz="3500"/>
          </a:p>
        </p:txBody>
      </p:sp>
      <p:pic>
        <p:nvPicPr>
          <p:cNvPr id="804" name="Google Shape;804;g30fe8efc7c6_2_140"/>
          <p:cNvPicPr preferRelativeResize="0"/>
          <p:nvPr/>
        </p:nvPicPr>
        <p:blipFill>
          <a:blip r:embed="rId3">
            <a:alphaModFix/>
          </a:blip>
          <a:stretch>
            <a:fillRect/>
          </a:stretch>
        </p:blipFill>
        <p:spPr>
          <a:xfrm>
            <a:off x="1429975" y="1787450"/>
            <a:ext cx="10564526" cy="5523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g30fe8efc7c6_1_8"/>
          <p:cNvSpPr txBox="1"/>
          <p:nvPr>
            <p:ph idx="1" type="body"/>
          </p:nvPr>
        </p:nvSpPr>
        <p:spPr>
          <a:xfrm>
            <a:off x="914400" y="1201738"/>
            <a:ext cx="82263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Forecasting - Why Simple Moving Average?</a:t>
            </a:r>
            <a:endParaRPr/>
          </a:p>
        </p:txBody>
      </p:sp>
      <p:pic>
        <p:nvPicPr>
          <p:cNvPr id="810" name="Google Shape;810;g30fe8efc7c6_1_8"/>
          <p:cNvPicPr preferRelativeResize="0"/>
          <p:nvPr/>
        </p:nvPicPr>
        <p:blipFill>
          <a:blip r:embed="rId3">
            <a:alphaModFix/>
          </a:blip>
          <a:stretch>
            <a:fillRect/>
          </a:stretch>
        </p:blipFill>
        <p:spPr>
          <a:xfrm>
            <a:off x="1049775" y="2057400"/>
            <a:ext cx="10637201" cy="2867225"/>
          </a:xfrm>
          <a:prstGeom prst="rect">
            <a:avLst/>
          </a:prstGeom>
          <a:noFill/>
          <a:ln>
            <a:noFill/>
          </a:ln>
        </p:spPr>
      </p:pic>
      <p:pic>
        <p:nvPicPr>
          <p:cNvPr id="811" name="Google Shape;811;g30fe8efc7c6_1_8"/>
          <p:cNvPicPr preferRelativeResize="0"/>
          <p:nvPr/>
        </p:nvPicPr>
        <p:blipFill>
          <a:blip r:embed="rId4">
            <a:alphaModFix/>
          </a:blip>
          <a:stretch>
            <a:fillRect/>
          </a:stretch>
        </p:blipFill>
        <p:spPr>
          <a:xfrm>
            <a:off x="1049775" y="5208350"/>
            <a:ext cx="7753350" cy="2028825"/>
          </a:xfrm>
          <a:prstGeom prst="rect">
            <a:avLst/>
          </a:prstGeom>
          <a:noFill/>
          <a:ln>
            <a:noFill/>
          </a:ln>
        </p:spPr>
      </p:pic>
      <p:pic>
        <p:nvPicPr>
          <p:cNvPr id="812" name="Google Shape;812;g30fe8efc7c6_1_8"/>
          <p:cNvPicPr preferRelativeResize="0"/>
          <p:nvPr/>
        </p:nvPicPr>
        <p:blipFill>
          <a:blip r:embed="rId5">
            <a:alphaModFix/>
          </a:blip>
          <a:stretch>
            <a:fillRect/>
          </a:stretch>
        </p:blipFill>
        <p:spPr>
          <a:xfrm>
            <a:off x="11686975" y="4274500"/>
            <a:ext cx="650125" cy="650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g3159bae4d6b_3_22"/>
          <p:cNvSpPr txBox="1"/>
          <p:nvPr>
            <p:ph idx="1" type="body"/>
          </p:nvPr>
        </p:nvSpPr>
        <p:spPr>
          <a:xfrm>
            <a:off x="914400" y="1201738"/>
            <a:ext cx="82263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Simple Moving Average - Window Size</a:t>
            </a:r>
            <a:endParaRPr/>
          </a:p>
        </p:txBody>
      </p:sp>
      <p:pic>
        <p:nvPicPr>
          <p:cNvPr id="818" name="Google Shape;818;g3159bae4d6b_3_22"/>
          <p:cNvPicPr preferRelativeResize="0"/>
          <p:nvPr/>
        </p:nvPicPr>
        <p:blipFill>
          <a:blip r:embed="rId3">
            <a:alphaModFix/>
          </a:blip>
          <a:stretch>
            <a:fillRect/>
          </a:stretch>
        </p:blipFill>
        <p:spPr>
          <a:xfrm>
            <a:off x="476650" y="2057406"/>
            <a:ext cx="11622626" cy="2716225"/>
          </a:xfrm>
          <a:prstGeom prst="rect">
            <a:avLst/>
          </a:prstGeom>
          <a:noFill/>
          <a:ln>
            <a:noFill/>
          </a:ln>
        </p:spPr>
      </p:pic>
      <p:sp>
        <p:nvSpPr>
          <p:cNvPr id="819" name="Google Shape;819;g3159bae4d6b_3_22"/>
          <p:cNvSpPr/>
          <p:nvPr/>
        </p:nvSpPr>
        <p:spPr>
          <a:xfrm>
            <a:off x="572200" y="5033600"/>
            <a:ext cx="8387100" cy="18318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36550" lvl="0" marL="457200" rtl="0" algn="l">
              <a:lnSpc>
                <a:spcPct val="115000"/>
              </a:lnSpc>
              <a:spcBef>
                <a:spcPts val="0"/>
              </a:spcBef>
              <a:spcAft>
                <a:spcPts val="0"/>
              </a:spcAft>
              <a:buClr>
                <a:schemeClr val="lt1"/>
              </a:buClr>
              <a:buSzPts val="1700"/>
              <a:buFont typeface="Roboto"/>
              <a:buAutoNum type="arabicPeriod"/>
            </a:pPr>
            <a:r>
              <a:rPr lang="en-US" sz="1700">
                <a:solidFill>
                  <a:schemeClr val="lt1"/>
                </a:solidFill>
                <a:latin typeface="Roboto"/>
                <a:ea typeface="Roboto"/>
                <a:cs typeface="Roboto"/>
                <a:sym typeface="Roboto"/>
              </a:rPr>
              <a:t>Increased noise: Amplifies fluctuations, making predictions less stable.</a:t>
            </a:r>
            <a:endParaRPr sz="1700">
              <a:solidFill>
                <a:schemeClr val="lt1"/>
              </a:solidFill>
              <a:latin typeface="Roboto"/>
              <a:ea typeface="Roboto"/>
              <a:cs typeface="Roboto"/>
              <a:sym typeface="Roboto"/>
            </a:endParaRPr>
          </a:p>
          <a:p>
            <a:pPr indent="-336550" lvl="0" marL="457200" rtl="0" algn="l">
              <a:lnSpc>
                <a:spcPct val="115000"/>
              </a:lnSpc>
              <a:spcBef>
                <a:spcPts val="0"/>
              </a:spcBef>
              <a:spcAft>
                <a:spcPts val="0"/>
              </a:spcAft>
              <a:buClr>
                <a:schemeClr val="lt1"/>
              </a:buClr>
              <a:buSzPts val="1700"/>
              <a:buFont typeface="Roboto"/>
              <a:buAutoNum type="arabicPeriod"/>
            </a:pPr>
            <a:r>
              <a:rPr lang="en-US" sz="1700">
                <a:solidFill>
                  <a:schemeClr val="lt1"/>
                </a:solidFill>
                <a:latin typeface="Roboto"/>
                <a:ea typeface="Roboto"/>
                <a:cs typeface="Roboto"/>
                <a:sym typeface="Roboto"/>
              </a:rPr>
              <a:t>Reduced smoothing: Fails to smooth out irregular data</a:t>
            </a:r>
            <a:endParaRPr sz="1700">
              <a:solidFill>
                <a:schemeClr val="lt1"/>
              </a:solidFill>
              <a:latin typeface="Roboto"/>
              <a:ea typeface="Roboto"/>
              <a:cs typeface="Roboto"/>
              <a:sym typeface="Roboto"/>
            </a:endParaRPr>
          </a:p>
          <a:p>
            <a:pPr indent="-336550" lvl="0" marL="457200" rtl="0" algn="l">
              <a:lnSpc>
                <a:spcPct val="115000"/>
              </a:lnSpc>
              <a:spcBef>
                <a:spcPts val="0"/>
              </a:spcBef>
              <a:spcAft>
                <a:spcPts val="0"/>
              </a:spcAft>
              <a:buClr>
                <a:schemeClr val="lt1"/>
              </a:buClr>
              <a:buSzPts val="1700"/>
              <a:buFont typeface="Roboto"/>
              <a:buAutoNum type="arabicPeriod"/>
            </a:pPr>
            <a:r>
              <a:rPr lang="en-US" sz="1700">
                <a:solidFill>
                  <a:schemeClr val="lt1"/>
                </a:solidFill>
                <a:latin typeface="Roboto"/>
                <a:ea typeface="Roboto"/>
                <a:cs typeface="Roboto"/>
                <a:sym typeface="Roboto"/>
              </a:rPr>
              <a:t>Overfitting risk:  Overfit to recent data, losing generality.</a:t>
            </a:r>
            <a:endParaRPr sz="1700">
              <a:solidFill>
                <a:schemeClr val="lt1"/>
              </a:solidFill>
              <a:latin typeface="Roboto"/>
              <a:ea typeface="Roboto"/>
              <a:cs typeface="Roboto"/>
              <a:sym typeface="Roboto"/>
            </a:endParaRPr>
          </a:p>
        </p:txBody>
      </p:sp>
      <p:pic>
        <p:nvPicPr>
          <p:cNvPr id="820" name="Google Shape;820;g3159bae4d6b_3_22"/>
          <p:cNvPicPr preferRelativeResize="0"/>
          <p:nvPr/>
        </p:nvPicPr>
        <p:blipFill>
          <a:blip r:embed="rId4">
            <a:alphaModFix/>
          </a:blip>
          <a:stretch>
            <a:fillRect/>
          </a:stretch>
        </p:blipFill>
        <p:spPr>
          <a:xfrm>
            <a:off x="12099275" y="3090450"/>
            <a:ext cx="650125" cy="650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g3159bae4d6b_3_14"/>
          <p:cNvSpPr txBox="1"/>
          <p:nvPr>
            <p:ph idx="1" type="body"/>
          </p:nvPr>
        </p:nvSpPr>
        <p:spPr>
          <a:xfrm>
            <a:off x="612050" y="1114188"/>
            <a:ext cx="8226300" cy="431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Simple Moving Average</a:t>
            </a:r>
            <a:endParaRPr/>
          </a:p>
        </p:txBody>
      </p:sp>
      <p:pic>
        <p:nvPicPr>
          <p:cNvPr id="826" name="Google Shape;826;g3159bae4d6b_3_14"/>
          <p:cNvPicPr preferRelativeResize="0"/>
          <p:nvPr/>
        </p:nvPicPr>
        <p:blipFill>
          <a:blip r:embed="rId3">
            <a:alphaModFix/>
          </a:blip>
          <a:stretch>
            <a:fillRect/>
          </a:stretch>
        </p:blipFill>
        <p:spPr>
          <a:xfrm>
            <a:off x="7966125" y="1711425"/>
            <a:ext cx="6508625" cy="4806775"/>
          </a:xfrm>
          <a:prstGeom prst="rect">
            <a:avLst/>
          </a:prstGeom>
          <a:noFill/>
          <a:ln>
            <a:noFill/>
          </a:ln>
        </p:spPr>
      </p:pic>
      <p:pic>
        <p:nvPicPr>
          <p:cNvPr id="827" name="Google Shape;827;g3159bae4d6b_3_14"/>
          <p:cNvPicPr preferRelativeResize="0"/>
          <p:nvPr/>
        </p:nvPicPr>
        <p:blipFill>
          <a:blip r:embed="rId4">
            <a:alphaModFix/>
          </a:blip>
          <a:stretch>
            <a:fillRect/>
          </a:stretch>
        </p:blipFill>
        <p:spPr>
          <a:xfrm>
            <a:off x="108625" y="1809350"/>
            <a:ext cx="7646750" cy="46838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descr="A logo with blue and black text&#10;&#10;Description automatically generated" id="832" name="Google Shape;832;g30fe8efc7c6_0_11"/>
          <p:cNvPicPr preferRelativeResize="0"/>
          <p:nvPr/>
        </p:nvPicPr>
        <p:blipFill rotWithShape="1">
          <a:blip r:embed="rId3">
            <a:alphaModFix/>
          </a:blip>
          <a:srcRect b="0" l="0" r="0" t="0"/>
          <a:stretch/>
        </p:blipFill>
        <p:spPr>
          <a:xfrm>
            <a:off x="13199200" y="0"/>
            <a:ext cx="1431198" cy="959675"/>
          </a:xfrm>
          <a:prstGeom prst="rect">
            <a:avLst/>
          </a:prstGeom>
          <a:noFill/>
          <a:ln>
            <a:noFill/>
          </a:ln>
        </p:spPr>
      </p:pic>
      <p:pic>
        <p:nvPicPr>
          <p:cNvPr id="833" name="Google Shape;833;g30fe8efc7c6_0_11"/>
          <p:cNvPicPr preferRelativeResize="0"/>
          <p:nvPr/>
        </p:nvPicPr>
        <p:blipFill>
          <a:blip r:embed="rId4">
            <a:alphaModFix/>
          </a:blip>
          <a:stretch>
            <a:fillRect/>
          </a:stretch>
        </p:blipFill>
        <p:spPr>
          <a:xfrm>
            <a:off x="589725" y="700800"/>
            <a:ext cx="12609476" cy="752879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pic>
        <p:nvPicPr>
          <p:cNvPr descr="A logo with blue and black text&#10;&#10;Description automatically generated" id="838" name="Google Shape;838;g312fba7873a_0_19"/>
          <p:cNvPicPr preferRelativeResize="0"/>
          <p:nvPr/>
        </p:nvPicPr>
        <p:blipFill rotWithShape="1">
          <a:blip r:embed="rId3">
            <a:alphaModFix/>
          </a:blip>
          <a:srcRect b="0" l="0" r="0" t="0"/>
          <a:stretch/>
        </p:blipFill>
        <p:spPr>
          <a:xfrm>
            <a:off x="13199200" y="0"/>
            <a:ext cx="1431198" cy="959675"/>
          </a:xfrm>
          <a:prstGeom prst="rect">
            <a:avLst/>
          </a:prstGeom>
          <a:noFill/>
          <a:ln>
            <a:noFill/>
          </a:ln>
        </p:spPr>
      </p:pic>
      <p:pic>
        <p:nvPicPr>
          <p:cNvPr id="839" name="Google Shape;839;g312fba7873a_0_19"/>
          <p:cNvPicPr preferRelativeResize="0"/>
          <p:nvPr/>
        </p:nvPicPr>
        <p:blipFill>
          <a:blip r:embed="rId4">
            <a:alphaModFix/>
          </a:blip>
          <a:stretch>
            <a:fillRect/>
          </a:stretch>
        </p:blipFill>
        <p:spPr>
          <a:xfrm>
            <a:off x="609600" y="669225"/>
            <a:ext cx="12589601" cy="71884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pic>
        <p:nvPicPr>
          <p:cNvPr descr="A logo with blue and black text&#10;&#10;Description automatically generated" id="844" name="Google Shape;844;g312fba7873a_0_25"/>
          <p:cNvPicPr preferRelativeResize="0"/>
          <p:nvPr/>
        </p:nvPicPr>
        <p:blipFill rotWithShape="1">
          <a:blip r:embed="rId3">
            <a:alphaModFix/>
          </a:blip>
          <a:srcRect b="0" l="0" r="0" t="0"/>
          <a:stretch/>
        </p:blipFill>
        <p:spPr>
          <a:xfrm>
            <a:off x="13199200" y="0"/>
            <a:ext cx="1431198" cy="959675"/>
          </a:xfrm>
          <a:prstGeom prst="rect">
            <a:avLst/>
          </a:prstGeom>
          <a:noFill/>
          <a:ln>
            <a:noFill/>
          </a:ln>
        </p:spPr>
      </p:pic>
      <p:pic>
        <p:nvPicPr>
          <p:cNvPr id="845" name="Google Shape;845;g312fba7873a_0_25"/>
          <p:cNvPicPr preferRelativeResize="0"/>
          <p:nvPr/>
        </p:nvPicPr>
        <p:blipFill>
          <a:blip r:embed="rId4">
            <a:alphaModFix/>
          </a:blip>
          <a:stretch>
            <a:fillRect/>
          </a:stretch>
        </p:blipFill>
        <p:spPr>
          <a:xfrm>
            <a:off x="495950" y="249125"/>
            <a:ext cx="12284799" cy="73708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pic>
        <p:nvPicPr>
          <p:cNvPr descr="A logo with blue and black text&#10;&#10;Description automatically generated" id="850" name="Google Shape;850;g313156d6306_0_9"/>
          <p:cNvPicPr preferRelativeResize="0"/>
          <p:nvPr/>
        </p:nvPicPr>
        <p:blipFill rotWithShape="1">
          <a:blip r:embed="rId3">
            <a:alphaModFix/>
          </a:blip>
          <a:srcRect b="0" l="0" r="0" t="0"/>
          <a:stretch/>
        </p:blipFill>
        <p:spPr>
          <a:xfrm>
            <a:off x="13199200" y="0"/>
            <a:ext cx="1431198" cy="959675"/>
          </a:xfrm>
          <a:prstGeom prst="rect">
            <a:avLst/>
          </a:prstGeom>
          <a:noFill/>
          <a:ln>
            <a:noFill/>
          </a:ln>
        </p:spPr>
      </p:pic>
      <p:pic>
        <p:nvPicPr>
          <p:cNvPr id="851" name="Google Shape;851;g313156d6306_0_9"/>
          <p:cNvPicPr preferRelativeResize="0"/>
          <p:nvPr/>
        </p:nvPicPr>
        <p:blipFill>
          <a:blip r:embed="rId4">
            <a:alphaModFix/>
          </a:blip>
          <a:stretch>
            <a:fillRect/>
          </a:stretch>
        </p:blipFill>
        <p:spPr>
          <a:xfrm>
            <a:off x="371950" y="346100"/>
            <a:ext cx="12827251" cy="7651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pic>
        <p:nvPicPr>
          <p:cNvPr descr="A logo with blue and black text&#10;&#10;Description automatically generated" id="856" name="Google Shape;856;g312fba7873a_0_31"/>
          <p:cNvPicPr preferRelativeResize="0"/>
          <p:nvPr/>
        </p:nvPicPr>
        <p:blipFill rotWithShape="1">
          <a:blip r:embed="rId3">
            <a:alphaModFix/>
          </a:blip>
          <a:srcRect b="0" l="0" r="0" t="0"/>
          <a:stretch/>
        </p:blipFill>
        <p:spPr>
          <a:xfrm>
            <a:off x="13199200" y="0"/>
            <a:ext cx="1431198" cy="959675"/>
          </a:xfrm>
          <a:prstGeom prst="rect">
            <a:avLst/>
          </a:prstGeom>
          <a:noFill/>
          <a:ln>
            <a:noFill/>
          </a:ln>
        </p:spPr>
      </p:pic>
      <p:pic>
        <p:nvPicPr>
          <p:cNvPr id="857" name="Google Shape;857;g312fba7873a_0_31"/>
          <p:cNvPicPr preferRelativeResize="0"/>
          <p:nvPr/>
        </p:nvPicPr>
        <p:blipFill>
          <a:blip r:embed="rId4">
            <a:alphaModFix/>
          </a:blip>
          <a:stretch>
            <a:fillRect/>
          </a:stretch>
        </p:blipFill>
        <p:spPr>
          <a:xfrm>
            <a:off x="447500" y="371625"/>
            <a:ext cx="12488350" cy="7486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pic>
        <p:nvPicPr>
          <p:cNvPr descr="A logo with blue and black text&#10;&#10;Description automatically generated" id="862" name="Google Shape;862;g313156d6306_0_20"/>
          <p:cNvPicPr preferRelativeResize="0"/>
          <p:nvPr/>
        </p:nvPicPr>
        <p:blipFill rotWithShape="1">
          <a:blip r:embed="rId3">
            <a:alphaModFix/>
          </a:blip>
          <a:srcRect b="0" l="0" r="0" t="0"/>
          <a:stretch/>
        </p:blipFill>
        <p:spPr>
          <a:xfrm>
            <a:off x="13199200" y="0"/>
            <a:ext cx="1431198" cy="959675"/>
          </a:xfrm>
          <a:prstGeom prst="rect">
            <a:avLst/>
          </a:prstGeom>
          <a:noFill/>
          <a:ln>
            <a:noFill/>
          </a:ln>
        </p:spPr>
      </p:pic>
      <p:pic>
        <p:nvPicPr>
          <p:cNvPr id="863" name="Google Shape;863;g313156d6306_0_20"/>
          <p:cNvPicPr preferRelativeResize="0"/>
          <p:nvPr/>
        </p:nvPicPr>
        <p:blipFill>
          <a:blip r:embed="rId4">
            <a:alphaModFix/>
          </a:blip>
          <a:stretch>
            <a:fillRect/>
          </a:stretch>
        </p:blipFill>
        <p:spPr>
          <a:xfrm>
            <a:off x="775250" y="490350"/>
            <a:ext cx="12324575" cy="68824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159bae4d6b_2_94"/>
          <p:cNvSpPr txBox="1"/>
          <p:nvPr/>
        </p:nvSpPr>
        <p:spPr>
          <a:xfrm>
            <a:off x="0" y="1138125"/>
            <a:ext cx="14630400" cy="72009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1800">
                <a:solidFill>
                  <a:schemeClr val="lt1"/>
                </a:solidFill>
              </a:rPr>
              <a:t>Overall Performance:</a:t>
            </a:r>
            <a:endParaRPr b="1" sz="1800">
              <a:solidFill>
                <a:schemeClr val="lt1"/>
              </a:solidFill>
            </a:endParaRPr>
          </a:p>
          <a:p>
            <a:pPr indent="-342900" lvl="0" marL="457200" rtl="0" algn="l">
              <a:lnSpc>
                <a:spcPct val="115000"/>
              </a:lnSpc>
              <a:spcBef>
                <a:spcPts val="1200"/>
              </a:spcBef>
              <a:spcAft>
                <a:spcPts val="0"/>
              </a:spcAft>
              <a:buClr>
                <a:schemeClr val="lt1"/>
              </a:buClr>
              <a:buSzPts val="1800"/>
              <a:buChar char="●"/>
            </a:pPr>
            <a:r>
              <a:rPr b="1" lang="en-US" sz="1800">
                <a:solidFill>
                  <a:schemeClr val="lt1"/>
                </a:solidFill>
              </a:rPr>
              <a:t>Strong Growth:</a:t>
            </a:r>
            <a:r>
              <a:rPr lang="en-US" sz="1800">
                <a:solidFill>
                  <a:schemeClr val="lt1"/>
                </a:solidFill>
              </a:rPr>
              <a:t> Total gross sales of $737M reflect healthy business growth.</a:t>
            </a:r>
            <a:endParaRPr sz="1800">
              <a:solidFill>
                <a:schemeClr val="lt1"/>
              </a:solidFill>
            </a:endParaRPr>
          </a:p>
          <a:p>
            <a:pPr indent="-342900" lvl="0" marL="457200" rtl="0" algn="l">
              <a:lnSpc>
                <a:spcPct val="115000"/>
              </a:lnSpc>
              <a:spcBef>
                <a:spcPts val="0"/>
              </a:spcBef>
              <a:spcAft>
                <a:spcPts val="0"/>
              </a:spcAft>
              <a:buClr>
                <a:schemeClr val="lt1"/>
              </a:buClr>
              <a:buSzPts val="1800"/>
              <a:buChar char="●"/>
            </a:pPr>
            <a:r>
              <a:rPr b="1" lang="en-US" sz="1800">
                <a:solidFill>
                  <a:schemeClr val="lt1"/>
                </a:solidFill>
              </a:rPr>
              <a:t>Large Customer Base:</a:t>
            </a:r>
            <a:r>
              <a:rPr lang="en-US" sz="1800">
                <a:solidFill>
                  <a:schemeClr val="lt1"/>
                </a:solidFill>
              </a:rPr>
              <a:t> 3,561 customers present a solid base for potential expansion.</a:t>
            </a:r>
            <a:endParaRPr sz="1800">
              <a:solidFill>
                <a:schemeClr val="lt1"/>
              </a:solidFill>
            </a:endParaRPr>
          </a:p>
          <a:p>
            <a:pPr indent="0" lvl="0" marL="0" rtl="0" algn="l">
              <a:lnSpc>
                <a:spcPct val="115000"/>
              </a:lnSpc>
              <a:spcBef>
                <a:spcPts val="1400"/>
              </a:spcBef>
              <a:spcAft>
                <a:spcPts val="0"/>
              </a:spcAft>
              <a:buNone/>
            </a:pPr>
            <a:r>
              <a:rPr b="1" lang="en-US" sz="1800">
                <a:solidFill>
                  <a:schemeClr val="lt1"/>
                </a:solidFill>
              </a:rPr>
              <a:t>Customer Behavior Analysis:</a:t>
            </a:r>
            <a:endParaRPr b="1" sz="1800">
              <a:solidFill>
                <a:schemeClr val="lt1"/>
              </a:solidFill>
            </a:endParaRPr>
          </a:p>
          <a:p>
            <a:pPr indent="-342900" lvl="0" marL="457200" rtl="0" algn="l">
              <a:lnSpc>
                <a:spcPct val="115000"/>
              </a:lnSpc>
              <a:spcBef>
                <a:spcPts val="1200"/>
              </a:spcBef>
              <a:spcAft>
                <a:spcPts val="0"/>
              </a:spcAft>
              <a:buClr>
                <a:schemeClr val="lt1"/>
              </a:buClr>
              <a:buSzPts val="1800"/>
              <a:buChar char="●"/>
            </a:pPr>
            <a:r>
              <a:rPr b="1" lang="en-US" sz="1800">
                <a:solidFill>
                  <a:schemeClr val="lt1"/>
                </a:solidFill>
              </a:rPr>
              <a:t>High Average Sales:</a:t>
            </a:r>
            <a:r>
              <a:rPr lang="en-US" sz="1800">
                <a:solidFill>
                  <a:schemeClr val="lt1"/>
                </a:solidFill>
              </a:rPr>
              <a:t> Average sales per customer are $12.93K, indicating high-value customers.</a:t>
            </a:r>
            <a:endParaRPr sz="1800">
              <a:solidFill>
                <a:schemeClr val="lt1"/>
              </a:solidFill>
            </a:endParaRPr>
          </a:p>
          <a:p>
            <a:pPr indent="-342900" lvl="0" marL="457200" rtl="0" algn="l">
              <a:lnSpc>
                <a:spcPct val="115000"/>
              </a:lnSpc>
              <a:spcBef>
                <a:spcPts val="0"/>
              </a:spcBef>
              <a:spcAft>
                <a:spcPts val="0"/>
              </a:spcAft>
              <a:buClr>
                <a:schemeClr val="lt1"/>
              </a:buClr>
              <a:buSzPts val="1800"/>
              <a:buChar char="●"/>
            </a:pPr>
            <a:r>
              <a:rPr b="1" lang="en-US" sz="1800">
                <a:solidFill>
                  <a:schemeClr val="lt1"/>
                </a:solidFill>
              </a:rPr>
              <a:t>Frequent Purchasers:</a:t>
            </a:r>
            <a:r>
              <a:rPr lang="en-US" sz="1800">
                <a:solidFill>
                  <a:schemeClr val="lt1"/>
                </a:solidFill>
              </a:rPr>
              <a:t> Retention data shows many customers make frequent purchases.</a:t>
            </a:r>
            <a:endParaRPr sz="1800">
              <a:solidFill>
                <a:schemeClr val="lt1"/>
              </a:solidFill>
            </a:endParaRPr>
          </a:p>
          <a:p>
            <a:pPr indent="0" lvl="0" marL="0" rtl="0" algn="l">
              <a:lnSpc>
                <a:spcPct val="115000"/>
              </a:lnSpc>
              <a:spcBef>
                <a:spcPts val="1400"/>
              </a:spcBef>
              <a:spcAft>
                <a:spcPts val="0"/>
              </a:spcAft>
              <a:buNone/>
            </a:pPr>
            <a:r>
              <a:rPr b="1" lang="en-US" sz="1800">
                <a:solidFill>
                  <a:schemeClr val="lt1"/>
                </a:solidFill>
              </a:rPr>
              <a:t>Return on Investment (ROI) Insights</a:t>
            </a:r>
            <a:endParaRPr b="1" sz="1800">
              <a:solidFill>
                <a:schemeClr val="lt1"/>
              </a:solidFill>
            </a:endParaRPr>
          </a:p>
          <a:p>
            <a:pPr indent="-342900" lvl="0" marL="457200" rtl="0" algn="l">
              <a:lnSpc>
                <a:spcPct val="115000"/>
              </a:lnSpc>
              <a:spcBef>
                <a:spcPts val="1200"/>
              </a:spcBef>
              <a:spcAft>
                <a:spcPts val="0"/>
              </a:spcAft>
              <a:buClr>
                <a:schemeClr val="lt1"/>
              </a:buClr>
              <a:buSzPts val="1800"/>
              <a:buChar char="●"/>
            </a:pPr>
            <a:r>
              <a:rPr b="1" lang="en-US" sz="1800">
                <a:solidFill>
                  <a:schemeClr val="lt1"/>
                </a:solidFill>
              </a:rPr>
              <a:t>Cost vs. Sales Analysis</a:t>
            </a:r>
            <a:r>
              <a:rPr lang="en-US" sz="1800">
                <a:solidFill>
                  <a:schemeClr val="lt1"/>
                </a:solidFill>
              </a:rPr>
              <a:t>:</a:t>
            </a:r>
            <a:endParaRPr sz="1800">
              <a:solidFill>
                <a:schemeClr val="lt1"/>
              </a:solidFill>
            </a:endParaRPr>
          </a:p>
          <a:p>
            <a:pPr indent="-342900" lvl="1" marL="914400" rtl="0" algn="l">
              <a:lnSpc>
                <a:spcPct val="115000"/>
              </a:lnSpc>
              <a:spcBef>
                <a:spcPts val="0"/>
              </a:spcBef>
              <a:spcAft>
                <a:spcPts val="0"/>
              </a:spcAft>
              <a:buClr>
                <a:schemeClr val="lt1"/>
              </a:buClr>
              <a:buSzPts val="1800"/>
              <a:buChar char="○"/>
            </a:pPr>
            <a:r>
              <a:rPr lang="en-US" sz="1800">
                <a:solidFill>
                  <a:schemeClr val="lt1"/>
                </a:solidFill>
              </a:rPr>
              <a:t>When plotting total management cost against gross sales across all pyramid categories, four pyramids stand out:</a:t>
            </a:r>
            <a:endParaRPr sz="1800">
              <a:solidFill>
                <a:schemeClr val="lt1"/>
              </a:solidFill>
            </a:endParaRPr>
          </a:p>
          <a:p>
            <a:pPr indent="-342900" lvl="2" marL="1371600" rtl="0" algn="l">
              <a:lnSpc>
                <a:spcPct val="115000"/>
              </a:lnSpc>
              <a:spcBef>
                <a:spcPts val="0"/>
              </a:spcBef>
              <a:spcAft>
                <a:spcPts val="0"/>
              </a:spcAft>
              <a:buClr>
                <a:schemeClr val="lt1"/>
              </a:buClr>
              <a:buSzPts val="1800"/>
              <a:buChar char="■"/>
            </a:pPr>
            <a:r>
              <a:rPr lang="en-US" sz="1800">
                <a:solidFill>
                  <a:schemeClr val="lt1"/>
                </a:solidFill>
              </a:rPr>
              <a:t>These pyramids incur higher management costs but yield lower gross sales.</a:t>
            </a:r>
            <a:endParaRPr sz="1800">
              <a:solidFill>
                <a:schemeClr val="lt1"/>
              </a:solidFill>
            </a:endParaRPr>
          </a:p>
          <a:p>
            <a:pPr indent="-342900" lvl="2" marL="1371600" rtl="0" algn="l">
              <a:lnSpc>
                <a:spcPct val="115000"/>
              </a:lnSpc>
              <a:spcBef>
                <a:spcPts val="0"/>
              </a:spcBef>
              <a:spcAft>
                <a:spcPts val="0"/>
              </a:spcAft>
              <a:buClr>
                <a:schemeClr val="lt1"/>
              </a:buClr>
              <a:buSzPts val="1800"/>
              <a:buChar char="■"/>
            </a:pPr>
            <a:r>
              <a:rPr lang="en-US" sz="1800">
                <a:solidFill>
                  <a:schemeClr val="lt1"/>
                </a:solidFill>
              </a:rPr>
              <a:t>Example: Total management cost for these pyramids can reach up to $10M, while gross sales remain under $20M.</a:t>
            </a:r>
            <a:endParaRPr sz="1800">
              <a:solidFill>
                <a:schemeClr val="lt1"/>
              </a:solidFill>
            </a:endParaRPr>
          </a:p>
          <a:p>
            <a:pPr indent="-342900" lvl="1" marL="914400" rtl="0" algn="l">
              <a:lnSpc>
                <a:spcPct val="115000"/>
              </a:lnSpc>
              <a:spcBef>
                <a:spcPts val="0"/>
              </a:spcBef>
              <a:spcAft>
                <a:spcPts val="0"/>
              </a:spcAft>
              <a:buClr>
                <a:schemeClr val="lt1"/>
              </a:buClr>
              <a:buSzPts val="1800"/>
              <a:buChar char="○"/>
            </a:pPr>
            <a:r>
              <a:rPr b="1" lang="en-US" sz="1800">
                <a:solidFill>
                  <a:schemeClr val="lt1"/>
                </a:solidFill>
              </a:rPr>
              <a:t>Categories Identified</a:t>
            </a:r>
            <a:r>
              <a:rPr lang="en-US" sz="1800">
                <a:solidFill>
                  <a:schemeClr val="lt1"/>
                </a:solidFill>
              </a:rPr>
              <a:t>: Meat, vegetables and fruits. These perishables are especially susceptible to waste due to short shelf lives, leading to higher management costs.</a:t>
            </a:r>
            <a:endParaRPr sz="1800">
              <a:solidFill>
                <a:schemeClr val="lt1"/>
              </a:solidFill>
            </a:endParaRPr>
          </a:p>
          <a:p>
            <a:pPr indent="-342900" lvl="0" marL="457200" rtl="0" algn="l">
              <a:lnSpc>
                <a:spcPct val="115000"/>
              </a:lnSpc>
              <a:spcBef>
                <a:spcPts val="0"/>
              </a:spcBef>
              <a:spcAft>
                <a:spcPts val="0"/>
              </a:spcAft>
              <a:buClr>
                <a:schemeClr val="lt1"/>
              </a:buClr>
              <a:buSzPts val="1800"/>
              <a:buChar char="●"/>
            </a:pPr>
            <a:r>
              <a:rPr b="1" lang="en-US" sz="1800">
                <a:solidFill>
                  <a:schemeClr val="lt1"/>
                </a:solidFill>
              </a:rPr>
              <a:t>Recommended Actions</a:t>
            </a:r>
            <a:r>
              <a:rPr lang="en-US" sz="1800">
                <a:solidFill>
                  <a:schemeClr val="lt1"/>
                </a:solidFill>
              </a:rPr>
              <a:t>:</a:t>
            </a:r>
            <a:endParaRPr sz="1800">
              <a:solidFill>
                <a:schemeClr val="lt1"/>
              </a:solidFill>
            </a:endParaRPr>
          </a:p>
          <a:p>
            <a:pPr indent="-342900" lvl="1" marL="914400" rtl="0" algn="l">
              <a:lnSpc>
                <a:spcPct val="115000"/>
              </a:lnSpc>
              <a:spcBef>
                <a:spcPts val="0"/>
              </a:spcBef>
              <a:spcAft>
                <a:spcPts val="0"/>
              </a:spcAft>
              <a:buClr>
                <a:schemeClr val="lt1"/>
              </a:buClr>
              <a:buSzPts val="1800"/>
              <a:buChar char="○"/>
            </a:pPr>
            <a:r>
              <a:rPr b="1" lang="en-US" sz="1800">
                <a:solidFill>
                  <a:schemeClr val="lt1"/>
                </a:solidFill>
              </a:rPr>
              <a:t>Improved Storage Facilities</a:t>
            </a:r>
            <a:r>
              <a:rPr lang="en-US" sz="1800">
                <a:solidFill>
                  <a:schemeClr val="lt1"/>
                </a:solidFill>
              </a:rPr>
              <a:t>: Install refrigeration in warehouses located in cities where sales of these perishable pyramids are high. This will reduce spoilage, extend product life, and potentially lower management costs.</a:t>
            </a:r>
            <a:endParaRPr sz="1800">
              <a:solidFill>
                <a:schemeClr val="lt1"/>
              </a:solidFill>
            </a:endParaRPr>
          </a:p>
          <a:p>
            <a:pPr indent="-342900" lvl="1" marL="914400" rtl="0" algn="l">
              <a:lnSpc>
                <a:spcPct val="115000"/>
              </a:lnSpc>
              <a:spcBef>
                <a:spcPts val="0"/>
              </a:spcBef>
              <a:spcAft>
                <a:spcPts val="0"/>
              </a:spcAft>
              <a:buClr>
                <a:schemeClr val="lt1"/>
              </a:buClr>
              <a:buSzPts val="1800"/>
              <a:buChar char="○"/>
            </a:pPr>
            <a:r>
              <a:rPr b="1" lang="en-US" sz="1800">
                <a:solidFill>
                  <a:schemeClr val="lt1"/>
                </a:solidFill>
              </a:rPr>
              <a:t>Additional Measures</a:t>
            </a:r>
            <a:r>
              <a:rPr lang="en-US" sz="1800">
                <a:solidFill>
                  <a:schemeClr val="lt1"/>
                </a:solidFill>
              </a:rPr>
              <a:t>: Consider further strategic actions, such as optimizing stock levels or implementing demand forecasting for these products in specific cities.</a:t>
            </a:r>
            <a:endParaRPr sz="1800">
              <a:solidFill>
                <a:schemeClr val="lt1"/>
              </a:solidFill>
            </a:endParaRPr>
          </a:p>
        </p:txBody>
      </p:sp>
      <p:sp>
        <p:nvSpPr>
          <p:cNvPr id="869" name="Google Shape;869;g3159bae4d6b_2_94"/>
          <p:cNvSpPr txBox="1"/>
          <p:nvPr>
            <p:ph idx="1" type="body"/>
          </p:nvPr>
        </p:nvSpPr>
        <p:spPr>
          <a:xfrm>
            <a:off x="1513125" y="194813"/>
            <a:ext cx="8226300" cy="431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a:t>INSIGHTS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g3159bae4d6b_2_102"/>
          <p:cNvSpPr txBox="1"/>
          <p:nvPr>
            <p:ph idx="1" type="body"/>
          </p:nvPr>
        </p:nvSpPr>
        <p:spPr>
          <a:xfrm>
            <a:off x="914400" y="194825"/>
            <a:ext cx="12115800" cy="431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a:t>INSIGHTS</a:t>
            </a:r>
            <a:endParaRPr/>
          </a:p>
        </p:txBody>
      </p:sp>
      <p:sp>
        <p:nvSpPr>
          <p:cNvPr id="875" name="Google Shape;875;g3159bae4d6b_2_102"/>
          <p:cNvSpPr txBox="1"/>
          <p:nvPr/>
        </p:nvSpPr>
        <p:spPr>
          <a:xfrm>
            <a:off x="914400" y="1393475"/>
            <a:ext cx="12954000" cy="5143800"/>
          </a:xfrm>
          <a:prstGeom prst="rect">
            <a:avLst/>
          </a:prstGeom>
          <a:solidFill>
            <a:schemeClr val="dk1"/>
          </a:solid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sz="1800">
                <a:solidFill>
                  <a:schemeClr val="lt1"/>
                </a:solidFill>
              </a:rPr>
              <a:t>Top Performing Cities: </a:t>
            </a:r>
            <a:r>
              <a:rPr lang="en-US" sz="1800">
                <a:solidFill>
                  <a:schemeClr val="lt1"/>
                </a:solidFill>
              </a:rPr>
              <a:t>A small percentage—just 3% of cities—generate 40% of the total gross sales. To support this, it's essential to ensure high-quality supply chain management with continuous improvements. We can then focus on identifying the top-performing menu groupings within each city and prioritize stocking those products to meet demand effectively.</a:t>
            </a:r>
            <a:endParaRPr sz="1800">
              <a:solidFill>
                <a:schemeClr val="lt1"/>
              </a:solidFill>
            </a:endParaRPr>
          </a:p>
          <a:p>
            <a:pPr indent="0" lvl="0" marL="0" rtl="0" algn="l">
              <a:lnSpc>
                <a:spcPct val="115000"/>
              </a:lnSpc>
              <a:spcBef>
                <a:spcPts val="1200"/>
              </a:spcBef>
              <a:spcAft>
                <a:spcPts val="0"/>
              </a:spcAft>
              <a:buNone/>
            </a:pPr>
            <a:r>
              <a:rPr b="1" lang="en-US" sz="1800">
                <a:solidFill>
                  <a:schemeClr val="lt1"/>
                </a:solidFill>
              </a:rPr>
              <a:t>Incentive Assignment:</a:t>
            </a:r>
            <a:r>
              <a:rPr lang="en-US" sz="1800">
                <a:solidFill>
                  <a:schemeClr val="lt1"/>
                </a:solidFill>
              </a:rPr>
              <a:t> By categorizing customers into their respective incentive buckets, we can determine the number of customers within each category. Based on these buckets, targeted allowances can be provided to boost sales tailored to each incentive level.</a:t>
            </a:r>
            <a:endParaRPr b="1" sz="1800">
              <a:solidFill>
                <a:schemeClr val="lt1"/>
              </a:solidFill>
            </a:endParaRPr>
          </a:p>
          <a:p>
            <a:pPr indent="0" lvl="0" marL="0" rtl="0" algn="l">
              <a:lnSpc>
                <a:spcPct val="115000"/>
              </a:lnSpc>
              <a:spcBef>
                <a:spcPts val="1400"/>
              </a:spcBef>
              <a:spcAft>
                <a:spcPts val="0"/>
              </a:spcAft>
              <a:buNone/>
            </a:pPr>
            <a:r>
              <a:rPr b="1" lang="en-US" sz="1800">
                <a:solidFill>
                  <a:schemeClr val="lt1"/>
                </a:solidFill>
              </a:rPr>
              <a:t>Cancellation Rate Analysis</a:t>
            </a:r>
            <a:endParaRPr b="1" sz="1800">
              <a:solidFill>
                <a:schemeClr val="lt1"/>
              </a:solidFill>
            </a:endParaRPr>
          </a:p>
          <a:p>
            <a:pPr indent="-342900" lvl="0" marL="457200" rtl="0" algn="l">
              <a:lnSpc>
                <a:spcPct val="115000"/>
              </a:lnSpc>
              <a:spcBef>
                <a:spcPts val="1200"/>
              </a:spcBef>
              <a:spcAft>
                <a:spcPts val="0"/>
              </a:spcAft>
              <a:buClr>
                <a:schemeClr val="lt1"/>
              </a:buClr>
              <a:buSzPts val="1800"/>
              <a:buChar char="●"/>
            </a:pPr>
            <a:r>
              <a:rPr b="1" lang="en-US" sz="1800">
                <a:solidFill>
                  <a:schemeClr val="lt1"/>
                </a:solidFill>
              </a:rPr>
              <a:t>Cancellation Rate</a:t>
            </a:r>
            <a:r>
              <a:rPr lang="en-US" sz="1800">
                <a:solidFill>
                  <a:schemeClr val="lt1"/>
                </a:solidFill>
              </a:rPr>
              <a:t>: Currently, 5% of total orders are cancelled.</a:t>
            </a:r>
            <a:endParaRPr sz="1800">
              <a:solidFill>
                <a:schemeClr val="lt1"/>
              </a:solidFill>
            </a:endParaRPr>
          </a:p>
          <a:p>
            <a:pPr indent="-342900" lvl="0" marL="457200" rtl="0" algn="l">
              <a:lnSpc>
                <a:spcPct val="115000"/>
              </a:lnSpc>
              <a:spcBef>
                <a:spcPts val="0"/>
              </a:spcBef>
              <a:spcAft>
                <a:spcPts val="0"/>
              </a:spcAft>
              <a:buClr>
                <a:schemeClr val="lt1"/>
              </a:buClr>
              <a:buSzPts val="1800"/>
              <a:buChar char="●"/>
            </a:pPr>
            <a:r>
              <a:rPr b="1" lang="en-US" sz="1800">
                <a:solidFill>
                  <a:schemeClr val="lt1"/>
                </a:solidFill>
              </a:rPr>
              <a:t>Concentration of Cancellations</a:t>
            </a:r>
            <a:r>
              <a:rPr lang="en-US" sz="1800">
                <a:solidFill>
                  <a:schemeClr val="lt1"/>
                </a:solidFill>
              </a:rPr>
              <a:t>: 50% of cancellations are concentrated in just five menu groups.</a:t>
            </a:r>
            <a:endParaRPr sz="1800">
              <a:solidFill>
                <a:schemeClr val="lt1"/>
              </a:solidFill>
            </a:endParaRPr>
          </a:p>
          <a:p>
            <a:pPr indent="-342900" lvl="0" marL="457200" rtl="0" algn="l">
              <a:lnSpc>
                <a:spcPct val="115000"/>
              </a:lnSpc>
              <a:spcBef>
                <a:spcPts val="0"/>
              </a:spcBef>
              <a:spcAft>
                <a:spcPts val="0"/>
              </a:spcAft>
              <a:buClr>
                <a:schemeClr val="lt1"/>
              </a:buClr>
              <a:buSzPts val="1800"/>
              <a:buChar char="●"/>
            </a:pPr>
            <a:r>
              <a:rPr b="1" lang="en-US" sz="1800">
                <a:solidFill>
                  <a:schemeClr val="lt1"/>
                </a:solidFill>
              </a:rPr>
              <a:t>Management Cost</a:t>
            </a:r>
            <a:r>
              <a:rPr lang="en-US" sz="1800">
                <a:solidFill>
                  <a:schemeClr val="lt1"/>
                </a:solidFill>
              </a:rPr>
              <a:t>: Higher management costs are associated with these menu groups, potentially due to wastage, storage, or handling complexities.</a:t>
            </a:r>
            <a:endParaRPr sz="1800">
              <a:solidFill>
                <a:schemeClr val="lt1"/>
              </a:solidFill>
            </a:endParaRPr>
          </a:p>
          <a:p>
            <a:pPr indent="-342900" lvl="0" marL="457200" rtl="0" algn="l">
              <a:lnSpc>
                <a:spcPct val="115000"/>
              </a:lnSpc>
              <a:spcBef>
                <a:spcPts val="0"/>
              </a:spcBef>
              <a:spcAft>
                <a:spcPts val="0"/>
              </a:spcAft>
              <a:buClr>
                <a:schemeClr val="lt1"/>
              </a:buClr>
              <a:buSzPts val="1800"/>
              <a:buChar char="●"/>
            </a:pPr>
            <a:r>
              <a:rPr b="1" lang="en-US" sz="1800">
                <a:solidFill>
                  <a:schemeClr val="lt1"/>
                </a:solidFill>
              </a:rPr>
              <a:t>Action</a:t>
            </a:r>
            <a:r>
              <a:rPr lang="en-US" sz="1800">
                <a:solidFill>
                  <a:schemeClr val="lt1"/>
                </a:solidFill>
              </a:rPr>
              <a:t>: By identifying cities with high cancellation rates, storage can be optimized, reducing excess and associated management costs.</a:t>
            </a:r>
            <a:endParaRPr b="1" sz="1800">
              <a:solidFill>
                <a:schemeClr val="lt1"/>
              </a:solidFill>
            </a:endParaRPr>
          </a:p>
          <a:p>
            <a:pPr indent="0" lvl="0" marL="0" rtl="0" algn="l">
              <a:lnSpc>
                <a:spcPct val="115000"/>
              </a:lnSpc>
              <a:spcBef>
                <a:spcPts val="1200"/>
              </a:spcBef>
              <a:spcAft>
                <a:spcPts val="0"/>
              </a:spcAft>
              <a:buNone/>
            </a:pPr>
            <a:r>
              <a:t/>
            </a:r>
            <a:endParaRPr sz="1800">
              <a:solidFill>
                <a:schemeClr val="lt1"/>
              </a:solidFill>
            </a:endParaRPr>
          </a:p>
          <a:p>
            <a:pPr indent="0" lvl="0" marL="0" rtl="0" algn="l">
              <a:lnSpc>
                <a:spcPct val="115000"/>
              </a:lnSpc>
              <a:spcBef>
                <a:spcPts val="1200"/>
              </a:spcBef>
              <a:spcAft>
                <a:spcPts val="0"/>
              </a:spcAft>
              <a:buNone/>
            </a:pPr>
            <a:r>
              <a:t/>
            </a:r>
            <a:endParaRPr b="1" sz="1800">
              <a:solidFill>
                <a:schemeClr val="lt1"/>
              </a:solidFill>
            </a:endParaRPr>
          </a:p>
          <a:p>
            <a:pPr indent="0" lvl="0" marL="457200" rtl="0" algn="l">
              <a:lnSpc>
                <a:spcPct val="115000"/>
              </a:lnSpc>
              <a:spcBef>
                <a:spcPts val="1200"/>
              </a:spcBef>
              <a:spcAft>
                <a:spcPts val="0"/>
              </a:spcAft>
              <a:buNone/>
            </a:pPr>
            <a:r>
              <a:t/>
            </a:r>
            <a:endParaRPr sz="1700">
              <a:solidFill>
                <a:schemeClr val="lt1"/>
              </a:solidFill>
            </a:endParaRPr>
          </a:p>
          <a:p>
            <a:pPr indent="0" lvl="0" marL="0" rtl="0" algn="l">
              <a:lnSpc>
                <a:spcPct val="115000"/>
              </a:lnSpc>
              <a:spcBef>
                <a:spcPts val="1200"/>
              </a:spcBef>
              <a:spcAft>
                <a:spcPts val="0"/>
              </a:spcAft>
              <a:buNone/>
            </a:pPr>
            <a:r>
              <a:t/>
            </a:r>
            <a:endParaRPr b="1" sz="1800">
              <a:solidFill>
                <a:schemeClr val="lt1"/>
              </a:solidFill>
            </a:endParaRPr>
          </a:p>
          <a:p>
            <a:pPr indent="0" lvl="0" marL="457200" rtl="0" algn="l">
              <a:lnSpc>
                <a:spcPct val="115000"/>
              </a:lnSpc>
              <a:spcBef>
                <a:spcPts val="1200"/>
              </a:spcBef>
              <a:spcAft>
                <a:spcPts val="0"/>
              </a:spcAft>
              <a:buNone/>
            </a:pPr>
            <a:r>
              <a:t/>
            </a:r>
            <a:endParaRPr b="1" sz="1800">
              <a:solidFill>
                <a:schemeClr val="lt1"/>
              </a:solidFill>
            </a:endParaRPr>
          </a:p>
          <a:p>
            <a:pPr indent="0" lvl="0" marL="457200" rtl="0" algn="l">
              <a:lnSpc>
                <a:spcPct val="115000"/>
              </a:lnSpc>
              <a:spcBef>
                <a:spcPts val="1200"/>
              </a:spcBef>
              <a:spcAft>
                <a:spcPts val="0"/>
              </a:spcAft>
              <a:buNone/>
            </a:pPr>
            <a:r>
              <a:t/>
            </a:r>
            <a:endParaRPr b="1" sz="1800">
              <a:solidFill>
                <a:schemeClr val="lt1"/>
              </a:solidFill>
            </a:endParaRPr>
          </a:p>
          <a:p>
            <a:pPr indent="0" lvl="0" marL="457200" rtl="0" algn="l">
              <a:lnSpc>
                <a:spcPct val="115000"/>
              </a:lnSpc>
              <a:spcBef>
                <a:spcPts val="1200"/>
              </a:spcBef>
              <a:spcAft>
                <a:spcPts val="1200"/>
              </a:spcAft>
              <a:buNone/>
            </a:pPr>
            <a:r>
              <a:t/>
            </a:r>
            <a:endParaRPr b="1" sz="18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159bae4d6b_3_68"/>
          <p:cNvSpPr txBox="1"/>
          <p:nvPr>
            <p:ph idx="1" type="body"/>
          </p:nvPr>
        </p:nvSpPr>
        <p:spPr>
          <a:xfrm>
            <a:off x="914400" y="194825"/>
            <a:ext cx="12115800" cy="4311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n-US"/>
              <a:t>Unique Selling </a:t>
            </a:r>
            <a:r>
              <a:rPr lang="en-US"/>
              <a:t>Proposition</a:t>
            </a:r>
            <a:endParaRPr/>
          </a:p>
        </p:txBody>
      </p:sp>
      <p:sp>
        <p:nvSpPr>
          <p:cNvPr id="881" name="Google Shape;881;g3159bae4d6b_3_68"/>
          <p:cNvSpPr txBox="1"/>
          <p:nvPr/>
        </p:nvSpPr>
        <p:spPr>
          <a:xfrm>
            <a:off x="1866450" y="1481025"/>
            <a:ext cx="10211700" cy="4355700"/>
          </a:xfrm>
          <a:prstGeom prst="rect">
            <a:avLst/>
          </a:prstGeom>
          <a:solidFill>
            <a:schemeClr val="dk1"/>
          </a:solidFill>
          <a:ln>
            <a:noFill/>
          </a:ln>
        </p:spPr>
        <p:txBody>
          <a:bodyPr anchorCtr="0" anchor="t" bIns="91425" lIns="91425" spcFirstLastPara="1" rIns="91425" wrap="square" tIns="91425">
            <a:noAutofit/>
          </a:bodyPr>
          <a:lstStyle/>
          <a:p>
            <a:pPr indent="-342900" lvl="0" marL="457200" rtl="0" algn="l">
              <a:lnSpc>
                <a:spcPct val="150000"/>
              </a:lnSpc>
              <a:spcBef>
                <a:spcPts val="1200"/>
              </a:spcBef>
              <a:spcAft>
                <a:spcPts val="0"/>
              </a:spcAft>
              <a:buClr>
                <a:schemeClr val="lt1"/>
              </a:buClr>
              <a:buSzPts val="1800"/>
              <a:buAutoNum type="arabicPeriod"/>
            </a:pPr>
            <a:r>
              <a:rPr b="1" lang="en-US" sz="1800">
                <a:solidFill>
                  <a:schemeClr val="lt1"/>
                </a:solidFill>
              </a:rPr>
              <a:t>Incentive buckets are assigned to customers, with allowances provided to encourage additional purchases.</a:t>
            </a:r>
            <a:endParaRPr b="1" sz="1800">
              <a:solidFill>
                <a:schemeClr val="lt1"/>
              </a:solidFill>
            </a:endParaRPr>
          </a:p>
          <a:p>
            <a:pPr indent="-342900" lvl="0" marL="457200" rtl="0" algn="l">
              <a:lnSpc>
                <a:spcPct val="150000"/>
              </a:lnSpc>
              <a:spcBef>
                <a:spcPts val="0"/>
              </a:spcBef>
              <a:spcAft>
                <a:spcPts val="0"/>
              </a:spcAft>
              <a:buClr>
                <a:schemeClr val="lt1"/>
              </a:buClr>
              <a:buSzPts val="1800"/>
              <a:buAutoNum type="arabicPeriod"/>
            </a:pPr>
            <a:r>
              <a:rPr b="1" lang="en-US" sz="1800">
                <a:solidFill>
                  <a:schemeClr val="lt1"/>
                </a:solidFill>
              </a:rPr>
              <a:t>The incentive bucket classification model is user-friendly; simply upload the purchase file with the required parameters.</a:t>
            </a:r>
            <a:endParaRPr b="1" sz="1800">
              <a:solidFill>
                <a:schemeClr val="lt1"/>
              </a:solidFill>
            </a:endParaRPr>
          </a:p>
          <a:p>
            <a:pPr indent="-342900" lvl="0" marL="457200" rtl="0" algn="l">
              <a:lnSpc>
                <a:spcPct val="150000"/>
              </a:lnSpc>
              <a:spcBef>
                <a:spcPts val="0"/>
              </a:spcBef>
              <a:spcAft>
                <a:spcPts val="0"/>
              </a:spcAft>
              <a:buClr>
                <a:schemeClr val="lt1"/>
              </a:buClr>
              <a:buSzPts val="1800"/>
              <a:buAutoNum type="arabicPeriod"/>
            </a:pPr>
            <a:r>
              <a:rPr b="1" lang="en-US" sz="1800">
                <a:solidFill>
                  <a:schemeClr val="lt1"/>
                </a:solidFill>
              </a:rPr>
              <a:t>Data is automatically updated to the existing records, eliminating the need for manual intervention.</a:t>
            </a:r>
            <a:endParaRPr b="1" sz="1800">
              <a:solidFill>
                <a:schemeClr val="lt1"/>
              </a:solidFill>
            </a:endParaRPr>
          </a:p>
          <a:p>
            <a:pPr indent="-342900" lvl="0" marL="457200" rtl="0" algn="l">
              <a:lnSpc>
                <a:spcPct val="150000"/>
              </a:lnSpc>
              <a:spcBef>
                <a:spcPts val="0"/>
              </a:spcBef>
              <a:spcAft>
                <a:spcPts val="0"/>
              </a:spcAft>
              <a:buClr>
                <a:schemeClr val="lt1"/>
              </a:buClr>
              <a:buSzPts val="1800"/>
              <a:buAutoNum type="arabicPeriod"/>
            </a:pPr>
            <a:r>
              <a:rPr b="1" lang="en-US" sz="1800">
                <a:solidFill>
                  <a:schemeClr val="lt1"/>
                </a:solidFill>
              </a:rPr>
              <a:t>Sales forecasts are generated for each target customer, allowing products to be pre-stocked in advance.</a:t>
            </a:r>
            <a:endParaRPr b="1" sz="1800">
              <a:solidFill>
                <a:schemeClr val="lt1"/>
              </a:solidFill>
            </a:endParaRPr>
          </a:p>
          <a:p>
            <a:pPr indent="-342900" lvl="0" marL="457200" rtl="0" algn="l">
              <a:lnSpc>
                <a:spcPct val="150000"/>
              </a:lnSpc>
              <a:spcBef>
                <a:spcPts val="0"/>
              </a:spcBef>
              <a:spcAft>
                <a:spcPts val="0"/>
              </a:spcAft>
              <a:buClr>
                <a:schemeClr val="lt1"/>
              </a:buClr>
              <a:buSzPts val="1800"/>
              <a:buAutoNum type="arabicPeriod"/>
            </a:pPr>
            <a:r>
              <a:rPr b="1" lang="en-US" sz="1800">
                <a:solidFill>
                  <a:schemeClr val="lt1"/>
                </a:solidFill>
              </a:rPr>
              <a:t>An interactive dashboard is available to analyze sales and highlight areas for improvement based on insights.</a:t>
            </a:r>
            <a:endParaRPr b="1" sz="1800">
              <a:solidFill>
                <a:schemeClr val="lt1"/>
              </a:solidFill>
            </a:endParaRPr>
          </a:p>
          <a:p>
            <a:pPr indent="0" lvl="0" marL="914400" rtl="0" algn="l">
              <a:lnSpc>
                <a:spcPct val="115000"/>
              </a:lnSpc>
              <a:spcBef>
                <a:spcPts val="1200"/>
              </a:spcBef>
              <a:spcAft>
                <a:spcPts val="1200"/>
              </a:spcAft>
              <a:buNone/>
            </a:pPr>
            <a:r>
              <a:t/>
            </a:r>
            <a:endParaRPr b="1" sz="1800">
              <a:solidFill>
                <a:schemeClr val="lt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313156d6306_2_7"/>
          <p:cNvSpPr txBox="1"/>
          <p:nvPr/>
        </p:nvSpPr>
        <p:spPr>
          <a:xfrm>
            <a:off x="902000" y="158075"/>
            <a:ext cx="10656600" cy="131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3500">
                <a:solidFill>
                  <a:schemeClr val="dk1"/>
                </a:solidFill>
                <a:latin typeface="Calibri"/>
                <a:ea typeface="Calibri"/>
                <a:cs typeface="Calibri"/>
                <a:sym typeface="Calibri"/>
              </a:rPr>
              <a:t>ROLES AND RESPONSIBILITY</a:t>
            </a:r>
            <a:endParaRPr b="1" sz="3500">
              <a:solidFill>
                <a:schemeClr val="dk1"/>
              </a:solidFill>
              <a:latin typeface="Calibri"/>
              <a:ea typeface="Calibri"/>
              <a:cs typeface="Calibri"/>
              <a:sym typeface="Calibri"/>
            </a:endParaRPr>
          </a:p>
        </p:txBody>
      </p:sp>
      <p:sp>
        <p:nvSpPr>
          <p:cNvPr id="887" name="Google Shape;887;g313156d6306_2_7"/>
          <p:cNvSpPr txBox="1"/>
          <p:nvPr/>
        </p:nvSpPr>
        <p:spPr>
          <a:xfrm>
            <a:off x="569625" y="889000"/>
            <a:ext cx="10841700" cy="6731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200" u="sng">
                <a:solidFill>
                  <a:schemeClr val="dk1"/>
                </a:solidFill>
                <a:latin typeface="Tahoma"/>
                <a:ea typeface="Tahoma"/>
                <a:cs typeface="Tahoma"/>
                <a:sym typeface="Tahoma"/>
              </a:rPr>
              <a:t>Team Contributions</a:t>
            </a:r>
            <a:endParaRPr b="1" sz="2200" u="sng">
              <a:solidFill>
                <a:schemeClr val="dk1"/>
              </a:solidFill>
              <a:latin typeface="Tahoma"/>
              <a:ea typeface="Tahoma"/>
              <a:cs typeface="Tahoma"/>
              <a:sym typeface="Tahoma"/>
            </a:endParaRPr>
          </a:p>
          <a:p>
            <a:pPr indent="-368300" lvl="0" marL="457200" rtl="0" algn="l">
              <a:lnSpc>
                <a:spcPct val="115000"/>
              </a:lnSpc>
              <a:spcBef>
                <a:spcPts val="0"/>
              </a:spcBef>
              <a:spcAft>
                <a:spcPts val="0"/>
              </a:spcAft>
              <a:buClr>
                <a:schemeClr val="dk1"/>
              </a:buClr>
              <a:buSzPts val="2200"/>
              <a:buFont typeface="Tahoma"/>
              <a:buChar char="●"/>
            </a:pPr>
            <a:r>
              <a:rPr b="1" lang="en-US" sz="2200">
                <a:solidFill>
                  <a:schemeClr val="dk1"/>
                </a:solidFill>
                <a:latin typeface="Tahoma"/>
                <a:ea typeface="Tahoma"/>
                <a:cs typeface="Tahoma"/>
                <a:sym typeface="Tahoma"/>
              </a:rPr>
              <a:t>Sowmiya:</a:t>
            </a:r>
            <a:r>
              <a:rPr lang="en-US" sz="2200">
                <a:solidFill>
                  <a:schemeClr val="dk1"/>
                </a:solidFill>
                <a:latin typeface="Tahoma"/>
                <a:ea typeface="Tahoma"/>
                <a:cs typeface="Tahoma"/>
                <a:sym typeface="Tahoma"/>
              </a:rPr>
              <a:t> Led the initial data understanding and cleaning to ensure quality and accuracy, and identified key performance indicators (KPIs) to guide our analysis and created the initial dashboard draft.</a:t>
            </a:r>
            <a:endParaRPr sz="2200">
              <a:solidFill>
                <a:schemeClr val="dk1"/>
              </a:solidFill>
              <a:latin typeface="Tahoma"/>
              <a:ea typeface="Tahoma"/>
              <a:cs typeface="Tahoma"/>
              <a:sym typeface="Tahoma"/>
            </a:endParaRPr>
          </a:p>
          <a:p>
            <a:pPr indent="-368300" lvl="0" marL="457200" rtl="0" algn="l">
              <a:lnSpc>
                <a:spcPct val="115000"/>
              </a:lnSpc>
              <a:spcBef>
                <a:spcPts val="0"/>
              </a:spcBef>
              <a:spcAft>
                <a:spcPts val="0"/>
              </a:spcAft>
              <a:buClr>
                <a:schemeClr val="dk1"/>
              </a:buClr>
              <a:buSzPts val="2200"/>
              <a:buFont typeface="Tahoma"/>
              <a:buChar char="●"/>
            </a:pPr>
            <a:r>
              <a:rPr b="1" lang="en-US" sz="2200">
                <a:solidFill>
                  <a:schemeClr val="dk1"/>
                </a:solidFill>
                <a:latin typeface="Tahoma"/>
                <a:ea typeface="Tahoma"/>
                <a:cs typeface="Tahoma"/>
                <a:sym typeface="Tahoma"/>
              </a:rPr>
              <a:t>Logesh:</a:t>
            </a:r>
            <a:r>
              <a:rPr lang="en-US" sz="2200">
                <a:solidFill>
                  <a:schemeClr val="dk1"/>
                </a:solidFill>
                <a:latin typeface="Tahoma"/>
                <a:ea typeface="Tahoma"/>
                <a:cs typeface="Tahoma"/>
                <a:sym typeface="Tahoma"/>
              </a:rPr>
              <a:t> Researched suitable forecasting models, implemented the chosen model, and compared the effectiveness of multiple approaches and derived insights from dashboard.</a:t>
            </a:r>
            <a:endParaRPr sz="2200">
              <a:solidFill>
                <a:schemeClr val="dk1"/>
              </a:solidFill>
              <a:latin typeface="Tahoma"/>
              <a:ea typeface="Tahoma"/>
              <a:cs typeface="Tahoma"/>
              <a:sym typeface="Tahoma"/>
            </a:endParaRPr>
          </a:p>
          <a:p>
            <a:pPr indent="-368300" lvl="0" marL="457200" rtl="0" algn="l">
              <a:lnSpc>
                <a:spcPct val="115000"/>
              </a:lnSpc>
              <a:spcBef>
                <a:spcPts val="0"/>
              </a:spcBef>
              <a:spcAft>
                <a:spcPts val="0"/>
              </a:spcAft>
              <a:buClr>
                <a:schemeClr val="dk1"/>
              </a:buClr>
              <a:buSzPts val="2200"/>
              <a:buFont typeface="Tahoma"/>
              <a:buChar char="●"/>
            </a:pPr>
            <a:r>
              <a:rPr b="1" lang="en-US" sz="2200">
                <a:solidFill>
                  <a:schemeClr val="dk1"/>
                </a:solidFill>
                <a:latin typeface="Tahoma"/>
                <a:ea typeface="Tahoma"/>
                <a:cs typeface="Tahoma"/>
                <a:sym typeface="Tahoma"/>
              </a:rPr>
              <a:t>Nithiksha:</a:t>
            </a:r>
            <a:r>
              <a:rPr lang="en-US" sz="2200">
                <a:solidFill>
                  <a:schemeClr val="dk1"/>
                </a:solidFill>
                <a:latin typeface="Tahoma"/>
                <a:ea typeface="Tahoma"/>
                <a:cs typeface="Tahoma"/>
                <a:sym typeface="Tahoma"/>
              </a:rPr>
              <a:t> Developed the solution approach and outlined the plan for graphing and visualizations to represent data insights effectively and refined the dashboard to ensure clarity and usability.</a:t>
            </a:r>
            <a:endParaRPr sz="2200">
              <a:solidFill>
                <a:schemeClr val="dk1"/>
              </a:solidFill>
              <a:latin typeface="Tahoma"/>
              <a:ea typeface="Tahoma"/>
              <a:cs typeface="Tahoma"/>
              <a:sym typeface="Tahoma"/>
            </a:endParaRPr>
          </a:p>
          <a:p>
            <a:pPr indent="0" lvl="0" marL="0" rtl="0" algn="l">
              <a:lnSpc>
                <a:spcPct val="115000"/>
              </a:lnSpc>
              <a:spcBef>
                <a:spcPts val="0"/>
              </a:spcBef>
              <a:spcAft>
                <a:spcPts val="0"/>
              </a:spcAft>
              <a:buNone/>
            </a:pPr>
            <a:r>
              <a:rPr b="1" lang="en-US" sz="2200" u="sng">
                <a:solidFill>
                  <a:schemeClr val="dk1"/>
                </a:solidFill>
                <a:latin typeface="Tahoma"/>
                <a:ea typeface="Tahoma"/>
                <a:cs typeface="Tahoma"/>
                <a:sym typeface="Tahoma"/>
              </a:rPr>
              <a:t>Collaboration</a:t>
            </a:r>
            <a:endParaRPr b="1" sz="2200" u="sng">
              <a:solidFill>
                <a:schemeClr val="dk1"/>
              </a:solidFill>
              <a:latin typeface="Tahoma"/>
              <a:ea typeface="Tahoma"/>
              <a:cs typeface="Tahoma"/>
              <a:sym typeface="Tahoma"/>
            </a:endParaRPr>
          </a:p>
          <a:p>
            <a:pPr indent="-368300" lvl="0" marL="457200" rtl="0" algn="l">
              <a:lnSpc>
                <a:spcPct val="115000"/>
              </a:lnSpc>
              <a:spcBef>
                <a:spcPts val="0"/>
              </a:spcBef>
              <a:spcAft>
                <a:spcPts val="0"/>
              </a:spcAft>
              <a:buClr>
                <a:schemeClr val="dk1"/>
              </a:buClr>
              <a:buSzPts val="2200"/>
              <a:buFont typeface="Tahoma"/>
              <a:buChar char="●"/>
            </a:pPr>
            <a:r>
              <a:rPr lang="en-US" sz="2200">
                <a:solidFill>
                  <a:schemeClr val="dk1"/>
                </a:solidFill>
                <a:latin typeface="Tahoma"/>
                <a:ea typeface="Tahoma"/>
                <a:cs typeface="Tahoma"/>
                <a:sym typeface="Tahoma"/>
              </a:rPr>
              <a:t>Together, we created a comprehensive dashboard, discovered actionable insights, and developed a PDF and PowerPoint presentation to showcase our project findings. </a:t>
            </a:r>
            <a:endParaRPr sz="2200">
              <a:solidFill>
                <a:schemeClr val="dk1"/>
              </a:solidFill>
              <a:latin typeface="Tahoma"/>
              <a:ea typeface="Tahoma"/>
              <a:cs typeface="Tahoma"/>
              <a:sym typeface="Tahoma"/>
            </a:endParaRPr>
          </a:p>
          <a:p>
            <a:pPr indent="-368300" lvl="0" marL="457200" rtl="0" algn="l">
              <a:lnSpc>
                <a:spcPct val="115000"/>
              </a:lnSpc>
              <a:spcBef>
                <a:spcPts val="0"/>
              </a:spcBef>
              <a:spcAft>
                <a:spcPts val="0"/>
              </a:spcAft>
              <a:buClr>
                <a:schemeClr val="dk1"/>
              </a:buClr>
              <a:buSzPts val="2200"/>
              <a:buFont typeface="Tahoma"/>
              <a:buChar char="●"/>
            </a:pPr>
            <a:r>
              <a:rPr lang="en-US" sz="2200">
                <a:solidFill>
                  <a:schemeClr val="dk1"/>
                </a:solidFill>
                <a:latin typeface="Tahoma"/>
                <a:ea typeface="Tahoma"/>
                <a:cs typeface="Tahoma"/>
                <a:sym typeface="Tahoma"/>
              </a:rPr>
              <a:t>Throughout the project, our mentor, </a:t>
            </a:r>
            <a:r>
              <a:rPr b="1" lang="en-US" sz="2200">
                <a:solidFill>
                  <a:schemeClr val="dk1"/>
                </a:solidFill>
                <a:latin typeface="Tahoma"/>
                <a:ea typeface="Tahoma"/>
                <a:cs typeface="Tahoma"/>
                <a:sym typeface="Tahoma"/>
              </a:rPr>
              <a:t>Prathima RM</a:t>
            </a:r>
            <a:r>
              <a:rPr lang="en-US" sz="2200">
                <a:solidFill>
                  <a:schemeClr val="dk1"/>
                </a:solidFill>
                <a:latin typeface="Tahoma"/>
                <a:ea typeface="Tahoma"/>
                <a:cs typeface="Tahoma"/>
                <a:sym typeface="Tahoma"/>
              </a:rPr>
              <a:t>, provided valuable guidance, helping us better understand the data and refine our approach.</a:t>
            </a:r>
            <a:endParaRPr sz="2200">
              <a:solidFill>
                <a:schemeClr val="dk1"/>
              </a:solidFill>
              <a:latin typeface="Tahoma"/>
              <a:ea typeface="Tahoma"/>
              <a:cs typeface="Tahoma"/>
              <a:sym typeface="Tahoma"/>
            </a:endParaRPr>
          </a:p>
          <a:p>
            <a:pPr indent="-368300" lvl="0" marL="457200" rtl="0" algn="l">
              <a:lnSpc>
                <a:spcPct val="115000"/>
              </a:lnSpc>
              <a:spcBef>
                <a:spcPts val="0"/>
              </a:spcBef>
              <a:spcAft>
                <a:spcPts val="0"/>
              </a:spcAft>
              <a:buClr>
                <a:schemeClr val="dk1"/>
              </a:buClr>
              <a:buSzPts val="2200"/>
              <a:buFont typeface="Tahoma"/>
              <a:buChar char="●"/>
            </a:pPr>
            <a:r>
              <a:rPr lang="en-US" sz="2200">
                <a:solidFill>
                  <a:schemeClr val="dk1"/>
                </a:solidFill>
                <a:latin typeface="Tahoma"/>
                <a:ea typeface="Tahoma"/>
                <a:cs typeface="Tahoma"/>
                <a:sym typeface="Tahoma"/>
              </a:rPr>
              <a:t>Each team member contributed equally to data analysis and model selection, fostering a balanced, collaborative environment.</a:t>
            </a:r>
            <a:endParaRPr sz="2200">
              <a:solidFill>
                <a:schemeClr val="dk1"/>
              </a:solidFill>
              <a:latin typeface="Tahoma"/>
              <a:ea typeface="Tahoma"/>
              <a:cs typeface="Tahoma"/>
              <a:sym typeface="Tahoma"/>
            </a:endParaRPr>
          </a:p>
          <a:p>
            <a:pPr indent="0" lvl="0" marL="0" rtl="0" algn="l">
              <a:lnSpc>
                <a:spcPct val="115000"/>
              </a:lnSpc>
              <a:spcBef>
                <a:spcPts val="0"/>
              </a:spcBef>
              <a:spcAft>
                <a:spcPts val="0"/>
              </a:spcAft>
              <a:buNone/>
            </a:pPr>
            <a:r>
              <a:t/>
            </a:r>
            <a:endParaRPr sz="2200">
              <a:solidFill>
                <a:schemeClr val="dk1"/>
              </a:solidFill>
              <a:latin typeface="Tahoma"/>
              <a:ea typeface="Tahoma"/>
              <a:cs typeface="Tahoma"/>
              <a:sym typeface="Tahoma"/>
            </a:endParaRPr>
          </a:p>
          <a:p>
            <a:pPr indent="0" lvl="0" marL="0" rtl="0" algn="l">
              <a:lnSpc>
                <a:spcPct val="115000"/>
              </a:lnSpc>
              <a:spcBef>
                <a:spcPts val="0"/>
              </a:spcBef>
              <a:spcAft>
                <a:spcPts val="0"/>
              </a:spcAft>
              <a:buClr>
                <a:schemeClr val="dk1"/>
              </a:buClr>
              <a:buSzPts val="1100"/>
              <a:buFont typeface="Arial"/>
              <a:buNone/>
            </a:pPr>
            <a:r>
              <a:t/>
            </a:r>
            <a:endParaRPr sz="2200">
              <a:solidFill>
                <a:schemeClr val="dk1"/>
              </a:solidFill>
              <a:latin typeface="Tahoma"/>
              <a:ea typeface="Tahoma"/>
              <a:cs typeface="Tahoma"/>
              <a:sym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1" name="Shape 891"/>
        <p:cNvGrpSpPr/>
        <p:nvPr/>
      </p:nvGrpSpPr>
      <p:grpSpPr>
        <a:xfrm>
          <a:off x="0" y="0"/>
          <a:ext cx="0" cy="0"/>
          <a:chOff x="0" y="0"/>
          <a:chExt cx="0" cy="0"/>
        </a:xfrm>
      </p:grpSpPr>
      <p:sp>
        <p:nvSpPr>
          <p:cNvPr id="892" name="Google Shape;892;g31016918814_0_19"/>
          <p:cNvSpPr txBox="1"/>
          <p:nvPr/>
        </p:nvSpPr>
        <p:spPr>
          <a:xfrm>
            <a:off x="311525" y="317500"/>
            <a:ext cx="11175600" cy="74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4000">
                <a:solidFill>
                  <a:schemeClr val="dk1"/>
                </a:solidFill>
                <a:latin typeface="Calibri"/>
                <a:ea typeface="Calibri"/>
                <a:cs typeface="Calibri"/>
                <a:sym typeface="Calibri"/>
              </a:rPr>
              <a:t>BEST PRACTICES</a:t>
            </a:r>
            <a:endParaRPr b="1" sz="4000">
              <a:solidFill>
                <a:schemeClr val="dk1"/>
              </a:solidFill>
              <a:latin typeface="Calibri"/>
              <a:ea typeface="Calibri"/>
              <a:cs typeface="Calibri"/>
              <a:sym typeface="Calibri"/>
            </a:endParaRPr>
          </a:p>
        </p:txBody>
      </p:sp>
      <p:grpSp>
        <p:nvGrpSpPr>
          <p:cNvPr id="893" name="Google Shape;893;g31016918814_0_19"/>
          <p:cNvGrpSpPr/>
          <p:nvPr/>
        </p:nvGrpSpPr>
        <p:grpSpPr>
          <a:xfrm>
            <a:off x="311531" y="3228527"/>
            <a:ext cx="10808958" cy="1005018"/>
            <a:chOff x="1593000" y="2322568"/>
            <a:chExt cx="5957975" cy="643500"/>
          </a:xfrm>
        </p:grpSpPr>
        <p:sp>
          <p:nvSpPr>
            <p:cNvPr id="894" name="Google Shape;894;g31016918814_0_1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g31016918814_0_19"/>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g31016918814_0_19"/>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g31016918814_0_1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FFFFFF"/>
                  </a:solidFill>
                  <a:latin typeface="Roboto Medium"/>
                  <a:ea typeface="Roboto Medium"/>
                  <a:cs typeface="Roboto Medium"/>
                  <a:sym typeface="Roboto Medium"/>
                </a:rPr>
                <a:t>Model Selection and Validation</a:t>
              </a:r>
              <a:endParaRPr>
                <a:solidFill>
                  <a:srgbClr val="FFFFFF"/>
                </a:solidFill>
                <a:latin typeface="Roboto"/>
                <a:ea typeface="Roboto"/>
                <a:cs typeface="Roboto"/>
                <a:sym typeface="Roboto"/>
              </a:endParaRPr>
            </a:p>
          </p:txBody>
        </p:sp>
        <p:sp>
          <p:nvSpPr>
            <p:cNvPr id="898" name="Google Shape;898;g31016918814_0_19"/>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g31016918814_0_19"/>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rgbClr val="FFFFFF"/>
                  </a:solidFill>
                  <a:latin typeface="Roboto"/>
                  <a:ea typeface="Roboto"/>
                  <a:cs typeface="Roboto"/>
                  <a:sym typeface="Roboto"/>
                </a:rPr>
                <a:t>03</a:t>
              </a:r>
              <a:endParaRPr b="1" sz="2600">
                <a:solidFill>
                  <a:srgbClr val="FFFFFF"/>
                </a:solidFill>
                <a:latin typeface="Roboto"/>
                <a:ea typeface="Roboto"/>
                <a:cs typeface="Roboto"/>
                <a:sym typeface="Roboto"/>
              </a:endParaRPr>
            </a:p>
          </p:txBody>
        </p:sp>
        <p:sp>
          <p:nvSpPr>
            <p:cNvPr id="900" name="Google Shape;900;g31016918814_0_19"/>
            <p:cNvSpPr/>
            <p:nvPr/>
          </p:nvSpPr>
          <p:spPr>
            <a:xfrm>
              <a:off x="4283333" y="2323757"/>
              <a:ext cx="3267600" cy="642300"/>
            </a:xfrm>
            <a:prstGeom prst="rect">
              <a:avLst/>
            </a:prstGeom>
            <a:no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1200"/>
                </a:spcBef>
                <a:spcAft>
                  <a:spcPts val="0"/>
                </a:spcAft>
                <a:buNone/>
              </a:pPr>
              <a:r>
                <a:t/>
              </a:r>
              <a:endParaRPr>
                <a:solidFill>
                  <a:srgbClr val="0C57D3"/>
                </a:solidFill>
                <a:latin typeface="Roboto"/>
                <a:ea typeface="Roboto"/>
                <a:cs typeface="Roboto"/>
                <a:sym typeface="Roboto"/>
              </a:endParaRPr>
            </a:p>
            <a:p>
              <a:pPr indent="0" lvl="0" marL="457200" rtl="0" algn="l">
                <a:lnSpc>
                  <a:spcPct val="115000"/>
                </a:lnSpc>
                <a:spcBef>
                  <a:spcPts val="1200"/>
                </a:spcBef>
                <a:spcAft>
                  <a:spcPts val="0"/>
                </a:spcAft>
                <a:buNone/>
              </a:pPr>
              <a:r>
                <a:rPr lang="en-US">
                  <a:solidFill>
                    <a:srgbClr val="0C57D3"/>
                  </a:solidFill>
                  <a:latin typeface="Roboto"/>
                  <a:ea typeface="Roboto"/>
                  <a:cs typeface="Roboto"/>
                  <a:sym typeface="Roboto"/>
                </a:rPr>
                <a:t>It’s essential to test multiple forecasting models and validate their performance. This ensures the selected model is the best fit for accurate and reliable predictions.</a:t>
              </a:r>
              <a:endParaRPr sz="800">
                <a:solidFill>
                  <a:srgbClr val="0C57D3"/>
                </a:solidFill>
                <a:latin typeface="Roboto"/>
                <a:ea typeface="Roboto"/>
                <a:cs typeface="Roboto"/>
                <a:sym typeface="Roboto"/>
              </a:endParaRPr>
            </a:p>
            <a:p>
              <a:pPr indent="0" lvl="0" marL="457200" rtl="0" algn="l">
                <a:lnSpc>
                  <a:spcPct val="115000"/>
                </a:lnSpc>
                <a:spcBef>
                  <a:spcPts val="1200"/>
                </a:spcBef>
                <a:spcAft>
                  <a:spcPts val="0"/>
                </a:spcAft>
                <a:buNone/>
              </a:pPr>
              <a:r>
                <a:t/>
              </a:r>
              <a:endParaRPr>
                <a:solidFill>
                  <a:srgbClr val="0C57D3"/>
                </a:solidFill>
                <a:latin typeface="Roboto"/>
                <a:ea typeface="Roboto"/>
                <a:cs typeface="Roboto"/>
                <a:sym typeface="Roboto"/>
              </a:endParaRPr>
            </a:p>
          </p:txBody>
        </p:sp>
      </p:grpSp>
      <p:grpSp>
        <p:nvGrpSpPr>
          <p:cNvPr id="901" name="Google Shape;901;g31016918814_0_19"/>
          <p:cNvGrpSpPr/>
          <p:nvPr/>
        </p:nvGrpSpPr>
        <p:grpSpPr>
          <a:xfrm>
            <a:off x="311521" y="2251058"/>
            <a:ext cx="10808958" cy="1005018"/>
            <a:chOff x="1593000" y="2322568"/>
            <a:chExt cx="5957975" cy="643500"/>
          </a:xfrm>
        </p:grpSpPr>
        <p:sp>
          <p:nvSpPr>
            <p:cNvPr id="902" name="Google Shape;902;g31016918814_0_1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g31016918814_0_19"/>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g31016918814_0_19"/>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g31016918814_0_1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FFFFFF"/>
                  </a:solidFill>
                  <a:latin typeface="Roboto Medium"/>
                  <a:ea typeface="Roboto Medium"/>
                  <a:cs typeface="Roboto Medium"/>
                  <a:sym typeface="Roboto Medium"/>
                </a:rPr>
                <a:t>Defined KPIs and Metrics</a:t>
              </a:r>
              <a:endParaRPr>
                <a:solidFill>
                  <a:srgbClr val="FFFFFF"/>
                </a:solidFill>
                <a:latin typeface="Roboto"/>
                <a:ea typeface="Roboto"/>
                <a:cs typeface="Roboto"/>
                <a:sym typeface="Roboto"/>
              </a:endParaRPr>
            </a:p>
          </p:txBody>
        </p:sp>
        <p:sp>
          <p:nvSpPr>
            <p:cNvPr id="906" name="Google Shape;906;g31016918814_0_19"/>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g31016918814_0_19"/>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rgbClr val="FFFFFF"/>
                  </a:solidFill>
                  <a:latin typeface="Roboto"/>
                  <a:ea typeface="Roboto"/>
                  <a:cs typeface="Roboto"/>
                  <a:sym typeface="Roboto"/>
                </a:rPr>
                <a:t>02</a:t>
              </a:r>
              <a:endParaRPr b="1" sz="2600">
                <a:solidFill>
                  <a:srgbClr val="FFFFFF"/>
                </a:solidFill>
                <a:latin typeface="Roboto"/>
                <a:ea typeface="Roboto"/>
                <a:cs typeface="Roboto"/>
                <a:sym typeface="Roboto"/>
              </a:endParaRPr>
            </a:p>
          </p:txBody>
        </p:sp>
        <p:sp>
          <p:nvSpPr>
            <p:cNvPr id="908" name="Google Shape;908;g31016918814_0_19"/>
            <p:cNvSpPr/>
            <p:nvPr/>
          </p:nvSpPr>
          <p:spPr>
            <a:xfrm>
              <a:off x="4283329" y="2323747"/>
              <a:ext cx="3267600" cy="642300"/>
            </a:xfrm>
            <a:prstGeom prst="rect">
              <a:avLst/>
            </a:prstGeom>
            <a:no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US">
                  <a:solidFill>
                    <a:srgbClr val="0C57D3"/>
                  </a:solidFill>
                  <a:latin typeface="Roboto"/>
                  <a:ea typeface="Roboto"/>
                  <a:cs typeface="Roboto"/>
                  <a:sym typeface="Roboto"/>
                </a:rPr>
                <a:t>Use standardized KPIs (e.g., sales growth, customer segment growth) to drive consistency and align with business goals.</a:t>
              </a:r>
              <a:endParaRPr sz="800">
                <a:solidFill>
                  <a:srgbClr val="0C57D3"/>
                </a:solidFill>
                <a:latin typeface="Roboto"/>
                <a:ea typeface="Roboto"/>
                <a:cs typeface="Roboto"/>
                <a:sym typeface="Roboto"/>
              </a:endParaRPr>
            </a:p>
          </p:txBody>
        </p:sp>
      </p:grpSp>
      <p:grpSp>
        <p:nvGrpSpPr>
          <p:cNvPr id="909" name="Google Shape;909;g31016918814_0_19"/>
          <p:cNvGrpSpPr/>
          <p:nvPr/>
        </p:nvGrpSpPr>
        <p:grpSpPr>
          <a:xfrm>
            <a:off x="311521" y="1246057"/>
            <a:ext cx="10808958" cy="1005018"/>
            <a:chOff x="1593000" y="2322568"/>
            <a:chExt cx="5957975" cy="643500"/>
          </a:xfrm>
        </p:grpSpPr>
        <p:sp>
          <p:nvSpPr>
            <p:cNvPr id="910" name="Google Shape;910;g31016918814_0_1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g31016918814_0_19"/>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g31016918814_0_19"/>
            <p:cNvSpPr/>
            <p:nvPr/>
          </p:nvSpPr>
          <p:spPr>
            <a:xfrm rot="-5400000">
              <a:off x="3501574" y="1934782"/>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g31016918814_0_1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US">
                  <a:solidFill>
                    <a:srgbClr val="FFFFFF"/>
                  </a:solidFill>
                  <a:latin typeface="Roboto"/>
                  <a:ea typeface="Roboto"/>
                  <a:cs typeface="Roboto"/>
                  <a:sym typeface="Roboto"/>
                </a:rPr>
                <a:t>Data Quality and Governance</a:t>
              </a:r>
              <a:endParaRPr b="1">
                <a:solidFill>
                  <a:srgbClr val="FFFFFF"/>
                </a:solidFill>
                <a:latin typeface="Roboto"/>
                <a:ea typeface="Roboto"/>
                <a:cs typeface="Roboto"/>
                <a:sym typeface="Roboto"/>
              </a:endParaRPr>
            </a:p>
          </p:txBody>
        </p:sp>
        <p:sp>
          <p:nvSpPr>
            <p:cNvPr id="914" name="Google Shape;914;g31016918814_0_19"/>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g31016918814_0_19"/>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rgbClr val="FFFFFF"/>
                  </a:solidFill>
                  <a:latin typeface="Roboto"/>
                  <a:ea typeface="Roboto"/>
                  <a:cs typeface="Roboto"/>
                  <a:sym typeface="Roboto"/>
                </a:rPr>
                <a:t>01</a:t>
              </a:r>
              <a:endParaRPr b="1" sz="2600">
                <a:solidFill>
                  <a:srgbClr val="FFFFFF"/>
                </a:solidFill>
                <a:latin typeface="Roboto"/>
                <a:ea typeface="Roboto"/>
                <a:cs typeface="Roboto"/>
                <a:sym typeface="Roboto"/>
              </a:endParaRPr>
            </a:p>
          </p:txBody>
        </p:sp>
        <p:sp>
          <p:nvSpPr>
            <p:cNvPr id="916" name="Google Shape;916;g31016918814_0_19"/>
            <p:cNvSpPr/>
            <p:nvPr/>
          </p:nvSpPr>
          <p:spPr>
            <a:xfrm>
              <a:off x="4283338" y="2323750"/>
              <a:ext cx="3267600" cy="642300"/>
            </a:xfrm>
            <a:prstGeom prst="rect">
              <a:avLst/>
            </a:prstGeom>
            <a:no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US">
                  <a:solidFill>
                    <a:srgbClr val="0C57D3"/>
                  </a:solidFill>
                  <a:latin typeface="Roboto"/>
                  <a:ea typeface="Roboto"/>
                  <a:cs typeface="Roboto"/>
                  <a:sym typeface="Roboto"/>
                </a:rPr>
                <a:t>Ensuring high data quality is essential for accurate forecasting. We ensure the data is clean, consistent, and complete by manually performing validation checks and addressing any discrepancies.</a:t>
              </a:r>
              <a:endParaRPr sz="800">
                <a:solidFill>
                  <a:srgbClr val="0C57D3"/>
                </a:solidFill>
                <a:latin typeface="Roboto"/>
                <a:ea typeface="Roboto"/>
                <a:cs typeface="Roboto"/>
                <a:sym typeface="Roboto"/>
              </a:endParaRPr>
            </a:p>
          </p:txBody>
        </p:sp>
      </p:grpSp>
      <p:grpSp>
        <p:nvGrpSpPr>
          <p:cNvPr id="917" name="Google Shape;917;g31016918814_0_19"/>
          <p:cNvGrpSpPr/>
          <p:nvPr/>
        </p:nvGrpSpPr>
        <p:grpSpPr>
          <a:xfrm>
            <a:off x="311531" y="6216059"/>
            <a:ext cx="10808958" cy="1005018"/>
            <a:chOff x="1593000" y="2322568"/>
            <a:chExt cx="5957975" cy="643500"/>
          </a:xfrm>
        </p:grpSpPr>
        <p:sp>
          <p:nvSpPr>
            <p:cNvPr id="918" name="Google Shape;918;g31016918814_0_19"/>
            <p:cNvSpPr/>
            <p:nvPr/>
          </p:nvSpPr>
          <p:spPr>
            <a:xfrm>
              <a:off x="3728375" y="2322568"/>
              <a:ext cx="3822600" cy="643500"/>
            </a:xfrm>
            <a:prstGeom prst="rect">
              <a:avLst/>
            </a:prstGeom>
            <a:solidFill>
              <a:srgbClr val="EEEEEE"/>
            </a:solid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g31016918814_0_19"/>
            <p:cNvSpPr/>
            <p:nvPr/>
          </p:nvSpPr>
          <p:spPr>
            <a:xfrm flipH="1">
              <a:off x="2283025" y="2322575"/>
              <a:ext cx="1844400" cy="642600"/>
            </a:xfrm>
            <a:prstGeom prst="rect">
              <a:avLst/>
            </a:prstGeom>
            <a:solidFill>
              <a:srgbClr val="0C57D3"/>
            </a:solid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g31016918814_0_19"/>
            <p:cNvSpPr/>
            <p:nvPr/>
          </p:nvSpPr>
          <p:spPr>
            <a:xfrm rot="-5400000">
              <a:off x="3501574" y="1934671"/>
              <a:ext cx="643356" cy="1419149"/>
            </a:xfrm>
            <a:prstGeom prst="flowChartOffpageConnector">
              <a:avLst/>
            </a:prstGeom>
            <a:solidFill>
              <a:srgbClr val="0C57D3"/>
            </a:solid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g31016918814_0_19"/>
            <p:cNvSpPr/>
            <p:nvPr/>
          </p:nvSpPr>
          <p:spPr>
            <a:xfrm>
              <a:off x="2342625" y="2399951"/>
              <a:ext cx="1940700" cy="495900"/>
            </a:xfrm>
            <a:prstGeom prst="rect">
              <a:avLst/>
            </a:prstGeom>
            <a:no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FFFFFF"/>
                  </a:solidFill>
                  <a:latin typeface="Roboto Medium"/>
                  <a:ea typeface="Roboto Medium"/>
                  <a:cs typeface="Roboto Medium"/>
                  <a:sym typeface="Roboto Medium"/>
                </a:rPr>
                <a:t>Progress Monitoring and Documentation</a:t>
              </a:r>
              <a:endParaRPr>
                <a:solidFill>
                  <a:srgbClr val="FFFFFF"/>
                </a:solidFill>
                <a:latin typeface="Roboto Medium"/>
                <a:ea typeface="Roboto Medium"/>
                <a:cs typeface="Roboto Medium"/>
                <a:sym typeface="Roboto Medium"/>
              </a:endParaRPr>
            </a:p>
            <a:p>
              <a:pPr indent="0" lvl="0" marL="0" rtl="0" algn="l">
                <a:lnSpc>
                  <a:spcPct val="115000"/>
                </a:lnSpc>
                <a:spcBef>
                  <a:spcPts val="0"/>
                </a:spcBef>
                <a:spcAft>
                  <a:spcPts val="0"/>
                </a:spcAft>
                <a:buNone/>
              </a:pPr>
              <a:r>
                <a:t/>
              </a:r>
              <a:endParaRPr sz="1000">
                <a:solidFill>
                  <a:srgbClr val="FFFFFF"/>
                </a:solidFill>
                <a:latin typeface="Roboto Medium"/>
                <a:ea typeface="Roboto Medium"/>
                <a:cs typeface="Roboto Medium"/>
                <a:sym typeface="Roboto Medium"/>
              </a:endParaRPr>
            </a:p>
          </p:txBody>
        </p:sp>
        <p:sp>
          <p:nvSpPr>
            <p:cNvPr id="922" name="Google Shape;922;g31016918814_0_19"/>
            <p:cNvSpPr/>
            <p:nvPr/>
          </p:nvSpPr>
          <p:spPr>
            <a:xfrm>
              <a:off x="1593000" y="2322568"/>
              <a:ext cx="690000" cy="642300"/>
            </a:xfrm>
            <a:prstGeom prst="rect">
              <a:avLst/>
            </a:prstGeom>
            <a:solidFill>
              <a:srgbClr val="0D5CDF"/>
            </a:solidFill>
            <a:ln cap="flat" cmpd="sng" w="9525">
              <a:solidFill>
                <a:srgbClr val="0C57D3"/>
              </a:solidFill>
              <a:prstDash val="solid"/>
              <a:round/>
              <a:headEnd len="sm" w="sm" type="none"/>
              <a:tailEnd len="sm" w="sm" type="none"/>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g31016918814_0_19"/>
            <p:cNvSpPr/>
            <p:nvPr/>
          </p:nvSpPr>
          <p:spPr>
            <a:xfrm>
              <a:off x="1593000" y="2322575"/>
              <a:ext cx="690000" cy="642600"/>
            </a:xfrm>
            <a:prstGeom prst="rect">
              <a:avLst/>
            </a:prstGeom>
            <a:solidFill>
              <a:srgbClr val="0E63F0"/>
            </a:solid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rgbClr val="FFFFFF"/>
                  </a:solidFill>
                  <a:latin typeface="Roboto"/>
                  <a:ea typeface="Roboto"/>
                  <a:cs typeface="Roboto"/>
                  <a:sym typeface="Roboto"/>
                </a:rPr>
                <a:t>06</a:t>
              </a:r>
              <a:endParaRPr b="1" sz="2600">
                <a:solidFill>
                  <a:srgbClr val="FFFFFF"/>
                </a:solidFill>
                <a:latin typeface="Roboto"/>
                <a:ea typeface="Roboto"/>
                <a:cs typeface="Roboto"/>
                <a:sym typeface="Roboto"/>
              </a:endParaRPr>
            </a:p>
          </p:txBody>
        </p:sp>
        <p:sp>
          <p:nvSpPr>
            <p:cNvPr id="924" name="Google Shape;924;g31016918814_0_19"/>
            <p:cNvSpPr/>
            <p:nvPr/>
          </p:nvSpPr>
          <p:spPr>
            <a:xfrm>
              <a:off x="4283333" y="2323740"/>
              <a:ext cx="3267600" cy="642300"/>
            </a:xfrm>
            <a:prstGeom prst="rect">
              <a:avLst/>
            </a:prstGeom>
            <a:no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US">
                  <a:solidFill>
                    <a:srgbClr val="0C57D3"/>
                  </a:solidFill>
                  <a:latin typeface="Roboto"/>
                  <a:ea typeface="Roboto"/>
                  <a:cs typeface="Roboto"/>
                  <a:sym typeface="Roboto"/>
                </a:rPr>
                <a:t>Regularly track progress through milestones and document   each phase, ensuring transparency, reproducibility, and effective collaboration within the team.</a:t>
              </a:r>
              <a:endParaRPr>
                <a:solidFill>
                  <a:srgbClr val="0C57D3"/>
                </a:solidFill>
                <a:latin typeface="Roboto"/>
                <a:ea typeface="Roboto"/>
                <a:cs typeface="Roboto"/>
                <a:sym typeface="Roboto"/>
              </a:endParaRPr>
            </a:p>
          </p:txBody>
        </p:sp>
      </p:grpSp>
      <p:grpSp>
        <p:nvGrpSpPr>
          <p:cNvPr id="925" name="Google Shape;925;g31016918814_0_19"/>
          <p:cNvGrpSpPr/>
          <p:nvPr/>
        </p:nvGrpSpPr>
        <p:grpSpPr>
          <a:xfrm>
            <a:off x="311531" y="5211063"/>
            <a:ext cx="10808958" cy="1005018"/>
            <a:chOff x="1593000" y="2322568"/>
            <a:chExt cx="5957975" cy="643500"/>
          </a:xfrm>
        </p:grpSpPr>
        <p:sp>
          <p:nvSpPr>
            <p:cNvPr id="926" name="Google Shape;926;g31016918814_0_1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g31016918814_0_19"/>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g31016918814_0_19"/>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g31016918814_0_1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FFFFFF"/>
                  </a:solidFill>
                  <a:latin typeface="Roboto Medium"/>
                  <a:ea typeface="Roboto Medium"/>
                  <a:cs typeface="Roboto Medium"/>
                  <a:sym typeface="Roboto Medium"/>
                </a:rPr>
                <a:t>Dashboard Design and Visualization</a:t>
              </a:r>
              <a:endParaRPr>
                <a:solidFill>
                  <a:srgbClr val="FFFFFF"/>
                </a:solidFill>
                <a:latin typeface="Roboto"/>
                <a:ea typeface="Roboto"/>
                <a:cs typeface="Roboto"/>
                <a:sym typeface="Roboto"/>
              </a:endParaRPr>
            </a:p>
          </p:txBody>
        </p:sp>
        <p:sp>
          <p:nvSpPr>
            <p:cNvPr id="930" name="Google Shape;930;g31016918814_0_19"/>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g31016918814_0_19"/>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rgbClr val="FFFFFF"/>
                  </a:solidFill>
                  <a:latin typeface="Roboto"/>
                  <a:ea typeface="Roboto"/>
                  <a:cs typeface="Roboto"/>
                  <a:sym typeface="Roboto"/>
                </a:rPr>
                <a:t>05</a:t>
              </a:r>
              <a:endParaRPr b="1" sz="2600">
                <a:solidFill>
                  <a:srgbClr val="FFFFFF"/>
                </a:solidFill>
                <a:latin typeface="Roboto"/>
                <a:ea typeface="Roboto"/>
                <a:cs typeface="Roboto"/>
                <a:sym typeface="Roboto"/>
              </a:endParaRPr>
            </a:p>
          </p:txBody>
        </p:sp>
        <p:sp>
          <p:nvSpPr>
            <p:cNvPr id="932" name="Google Shape;932;g31016918814_0_19"/>
            <p:cNvSpPr/>
            <p:nvPr/>
          </p:nvSpPr>
          <p:spPr>
            <a:xfrm>
              <a:off x="4283333" y="2323753"/>
              <a:ext cx="3267600" cy="642300"/>
            </a:xfrm>
            <a:prstGeom prst="rect">
              <a:avLst/>
            </a:prstGeom>
            <a:no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lang="en-US">
                  <a:solidFill>
                    <a:srgbClr val="0C57D3"/>
                  </a:solidFill>
                  <a:latin typeface="Roboto"/>
                  <a:ea typeface="Roboto"/>
                  <a:cs typeface="Roboto"/>
                  <a:sym typeface="Roboto"/>
                </a:rPr>
                <a:t>Build intuitive dashboards to visualize key insights, forecasting results, and trends, ensuring that stakeholders can easily interpret and act on the data.</a:t>
              </a:r>
              <a:endParaRPr sz="800">
                <a:solidFill>
                  <a:srgbClr val="0C57D3"/>
                </a:solidFill>
                <a:latin typeface="Roboto"/>
                <a:ea typeface="Roboto"/>
                <a:cs typeface="Roboto"/>
                <a:sym typeface="Roboto"/>
              </a:endParaRPr>
            </a:p>
          </p:txBody>
        </p:sp>
      </p:grpSp>
      <p:grpSp>
        <p:nvGrpSpPr>
          <p:cNvPr id="933" name="Google Shape;933;g31016918814_0_19"/>
          <p:cNvGrpSpPr/>
          <p:nvPr/>
        </p:nvGrpSpPr>
        <p:grpSpPr>
          <a:xfrm>
            <a:off x="311486" y="4227860"/>
            <a:ext cx="10808958" cy="1005018"/>
            <a:chOff x="1593000" y="2322568"/>
            <a:chExt cx="5957975" cy="643500"/>
          </a:xfrm>
        </p:grpSpPr>
        <p:sp>
          <p:nvSpPr>
            <p:cNvPr id="934" name="Google Shape;934;g31016918814_0_19"/>
            <p:cNvSpPr/>
            <p:nvPr/>
          </p:nvSpPr>
          <p:spPr>
            <a:xfrm>
              <a:off x="3728375" y="2322568"/>
              <a:ext cx="3822600" cy="6435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g31016918814_0_19"/>
            <p:cNvSpPr/>
            <p:nvPr/>
          </p:nvSpPr>
          <p:spPr>
            <a:xfrm flipH="1">
              <a:off x="2283025" y="2322575"/>
              <a:ext cx="1844400" cy="642600"/>
            </a:xfrm>
            <a:prstGeom prst="rect">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g31016918814_0_19"/>
            <p:cNvSpPr/>
            <p:nvPr/>
          </p:nvSpPr>
          <p:spPr>
            <a:xfrm rot="-5400000">
              <a:off x="3501574" y="1934671"/>
              <a:ext cx="643356" cy="1419149"/>
            </a:xfrm>
            <a:prstGeom prst="flowChartOffpageConnector">
              <a:avLst/>
            </a:prstGeom>
            <a:solidFill>
              <a:srgbClr val="0C57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g31016918814_0_19"/>
            <p:cNvSpPr/>
            <p:nvPr/>
          </p:nvSpPr>
          <p:spPr>
            <a:xfrm>
              <a:off x="2342625" y="2399951"/>
              <a:ext cx="1940700" cy="495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FFFFFF"/>
                  </a:solidFill>
                  <a:latin typeface="Roboto Medium"/>
                  <a:ea typeface="Roboto Medium"/>
                  <a:cs typeface="Roboto Medium"/>
                  <a:sym typeface="Roboto Medium"/>
                </a:rPr>
                <a:t>Effective Customer Segmentation</a:t>
              </a:r>
              <a:endParaRPr>
                <a:solidFill>
                  <a:srgbClr val="FFFFFF"/>
                </a:solidFill>
                <a:latin typeface="Roboto"/>
                <a:ea typeface="Roboto"/>
                <a:cs typeface="Roboto"/>
                <a:sym typeface="Roboto"/>
              </a:endParaRPr>
            </a:p>
          </p:txBody>
        </p:sp>
        <p:sp>
          <p:nvSpPr>
            <p:cNvPr id="938" name="Google Shape;938;g31016918814_0_19"/>
            <p:cNvSpPr/>
            <p:nvPr/>
          </p:nvSpPr>
          <p:spPr>
            <a:xfrm>
              <a:off x="1593000" y="2322568"/>
              <a:ext cx="690000" cy="642300"/>
            </a:xfrm>
            <a:prstGeom prst="rect">
              <a:avLst/>
            </a:prstGeom>
            <a:solidFill>
              <a:srgbClr val="0D5CDF"/>
            </a:solidFill>
            <a:ln>
              <a:noFill/>
            </a:ln>
            <a:effectLst>
              <a:outerShdw blurRad="71438" rotWithShape="0" algn="bl" dir="2700000" dist="28575">
                <a:srgbClr val="000000">
                  <a:alpha val="17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g31016918814_0_19"/>
            <p:cNvSpPr/>
            <p:nvPr/>
          </p:nvSpPr>
          <p:spPr>
            <a:xfrm>
              <a:off x="1593000" y="2322575"/>
              <a:ext cx="690000" cy="642600"/>
            </a:xfrm>
            <a:prstGeom prst="rect">
              <a:avLst/>
            </a:prstGeom>
            <a:solidFill>
              <a:srgbClr val="0E63F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600">
                  <a:solidFill>
                    <a:srgbClr val="FFFFFF"/>
                  </a:solidFill>
                  <a:latin typeface="Roboto"/>
                  <a:ea typeface="Roboto"/>
                  <a:cs typeface="Roboto"/>
                  <a:sym typeface="Roboto"/>
                </a:rPr>
                <a:t>04</a:t>
              </a:r>
              <a:endParaRPr b="1" sz="2600">
                <a:solidFill>
                  <a:srgbClr val="FFFFFF"/>
                </a:solidFill>
                <a:latin typeface="Roboto"/>
                <a:ea typeface="Roboto"/>
                <a:cs typeface="Roboto"/>
                <a:sym typeface="Roboto"/>
              </a:endParaRPr>
            </a:p>
          </p:txBody>
        </p:sp>
        <p:sp>
          <p:nvSpPr>
            <p:cNvPr id="940" name="Google Shape;940;g31016918814_0_19"/>
            <p:cNvSpPr/>
            <p:nvPr/>
          </p:nvSpPr>
          <p:spPr>
            <a:xfrm>
              <a:off x="4283326" y="2323748"/>
              <a:ext cx="3267600" cy="642300"/>
            </a:xfrm>
            <a:prstGeom prst="rect">
              <a:avLst/>
            </a:prstGeom>
            <a:noFill/>
            <a:ln cap="flat" cmpd="sng" w="9525">
              <a:solidFill>
                <a:srgbClr val="0C57D3"/>
              </a:solidFill>
              <a:prstDash val="solid"/>
              <a:round/>
              <a:headEnd len="sm" w="sm" type="none"/>
              <a:tailEnd len="sm" w="sm" type="none"/>
            </a:ln>
          </p:spPr>
          <p:txBody>
            <a:bodyPr anchorCtr="0" anchor="ctr" bIns="91425" lIns="91425" spcFirstLastPara="1" rIns="91425" wrap="square" tIns="91425">
              <a:noAutofit/>
            </a:bodyPr>
            <a:lstStyle/>
            <a:p>
              <a:pPr indent="-279400" lvl="0" marL="457200" rtl="0" algn="l">
                <a:lnSpc>
                  <a:spcPct val="115000"/>
                </a:lnSpc>
                <a:spcBef>
                  <a:spcPts val="0"/>
                </a:spcBef>
                <a:spcAft>
                  <a:spcPts val="0"/>
                </a:spcAft>
                <a:buClr>
                  <a:srgbClr val="0C57D3"/>
                </a:buClr>
                <a:buSzPts val="800"/>
                <a:buFont typeface="Roboto"/>
                <a:buChar char="●"/>
              </a:pPr>
              <a:r>
                <a:rPr lang="en-US">
                  <a:solidFill>
                    <a:srgbClr val="0C57D3"/>
                  </a:solidFill>
                  <a:latin typeface="Roboto"/>
                  <a:ea typeface="Roboto"/>
                  <a:cs typeface="Roboto"/>
                  <a:sym typeface="Roboto"/>
                </a:rPr>
                <a:t>Regularly update customer segments and test incentive effectiveness to enhance targeting and growth.</a:t>
              </a:r>
              <a:endParaRPr sz="800">
                <a:solidFill>
                  <a:srgbClr val="0C57D3"/>
                </a:solidFill>
                <a:latin typeface="Roboto"/>
                <a:ea typeface="Roboto"/>
                <a:cs typeface="Roboto"/>
                <a:sym typeface="Roboto"/>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8"/>
          <p:cNvSpPr/>
          <p:nvPr/>
        </p:nvSpPr>
        <p:spPr>
          <a:xfrm>
            <a:off x="5112969" y="4432249"/>
            <a:ext cx="0" cy="2721610"/>
          </a:xfrm>
          <a:custGeom>
            <a:rect b="b" l="l" r="r" t="t"/>
            <a:pathLst>
              <a:path extrusionOk="0" h="2721609" w="120000">
                <a:moveTo>
                  <a:pt x="0" y="0"/>
                </a:moveTo>
                <a:lnTo>
                  <a:pt x="0" y="2721584"/>
                </a:lnTo>
              </a:path>
            </a:pathLst>
          </a:custGeom>
          <a:noFill/>
          <a:ln cap="flat" cmpd="sng" w="12700">
            <a:solidFill>
              <a:srgbClr val="A6C6E8"/>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nvGrpSpPr>
          <p:cNvPr id="946" name="Google Shape;946;p8"/>
          <p:cNvGrpSpPr/>
          <p:nvPr/>
        </p:nvGrpSpPr>
        <p:grpSpPr>
          <a:xfrm>
            <a:off x="1990089" y="5303909"/>
            <a:ext cx="1639191" cy="1339631"/>
            <a:chOff x="11631929" y="4252721"/>
            <a:chExt cx="2538794" cy="2074831"/>
          </a:xfrm>
        </p:grpSpPr>
        <p:grpSp>
          <p:nvGrpSpPr>
            <p:cNvPr id="947" name="Google Shape;947;p8"/>
            <p:cNvGrpSpPr/>
            <p:nvPr/>
          </p:nvGrpSpPr>
          <p:grpSpPr>
            <a:xfrm>
              <a:off x="11631929" y="6177533"/>
              <a:ext cx="2538794" cy="150019"/>
              <a:chOff x="11631929" y="6177533"/>
              <a:chExt cx="2538794" cy="150019"/>
            </a:xfrm>
          </p:grpSpPr>
          <p:sp>
            <p:nvSpPr>
              <p:cNvPr id="948" name="Google Shape;948;p8"/>
              <p:cNvSpPr/>
              <p:nvPr/>
            </p:nvSpPr>
            <p:spPr>
              <a:xfrm>
                <a:off x="12881609" y="6236588"/>
                <a:ext cx="31913" cy="31913"/>
              </a:xfrm>
              <a:custGeom>
                <a:rect b="b" l="l" r="r" t="t"/>
                <a:pathLst>
                  <a:path extrusionOk="0" h="31913" w="31913">
                    <a:moveTo>
                      <a:pt x="15812" y="31909"/>
                    </a:moveTo>
                    <a:cubicBezTo>
                      <a:pt x="7145" y="31814"/>
                      <a:pt x="-94" y="24480"/>
                      <a:pt x="1" y="16003"/>
                    </a:cubicBezTo>
                    <a:cubicBezTo>
                      <a:pt x="192" y="7716"/>
                      <a:pt x="7716" y="96"/>
                      <a:pt x="16003" y="1"/>
                    </a:cubicBezTo>
                    <a:cubicBezTo>
                      <a:pt x="24861" y="-94"/>
                      <a:pt x="32100" y="7525"/>
                      <a:pt x="31910" y="16574"/>
                    </a:cubicBezTo>
                    <a:cubicBezTo>
                      <a:pt x="31719" y="25242"/>
                      <a:pt x="24671" y="32100"/>
                      <a:pt x="15812" y="3190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nvGrpSpPr>
              <p:cNvPr id="949" name="Google Shape;949;p8"/>
              <p:cNvGrpSpPr/>
              <p:nvPr/>
            </p:nvGrpSpPr>
            <p:grpSpPr>
              <a:xfrm>
                <a:off x="11631929" y="6177533"/>
                <a:ext cx="1184624" cy="150019"/>
                <a:chOff x="11631929" y="6177533"/>
                <a:chExt cx="1184624" cy="150019"/>
              </a:xfrm>
            </p:grpSpPr>
            <p:sp>
              <p:nvSpPr>
                <p:cNvPr id="950" name="Google Shape;950;p8"/>
                <p:cNvSpPr/>
                <p:nvPr/>
              </p:nvSpPr>
              <p:spPr>
                <a:xfrm>
                  <a:off x="11631929" y="6179915"/>
                  <a:ext cx="96583" cy="112585"/>
                </a:xfrm>
                <a:custGeom>
                  <a:rect b="b" l="l" r="r" t="t"/>
                  <a:pathLst>
                    <a:path extrusionOk="0" h="112585" w="96583">
                      <a:moveTo>
                        <a:pt x="0" y="112586"/>
                      </a:moveTo>
                      <a:lnTo>
                        <a:pt x="48292" y="0"/>
                      </a:lnTo>
                      <a:lnTo>
                        <a:pt x="96583" y="112586"/>
                      </a:lnTo>
                      <a:lnTo>
                        <a:pt x="85820" y="112586"/>
                      </a:lnTo>
                      <a:lnTo>
                        <a:pt x="70866" y="76962"/>
                      </a:lnTo>
                      <a:lnTo>
                        <a:pt x="25717" y="76962"/>
                      </a:lnTo>
                      <a:lnTo>
                        <a:pt x="10763" y="112586"/>
                      </a:lnTo>
                      <a:lnTo>
                        <a:pt x="0" y="112586"/>
                      </a:lnTo>
                      <a:close/>
                      <a:moveTo>
                        <a:pt x="29337" y="68199"/>
                      </a:moveTo>
                      <a:lnTo>
                        <a:pt x="67342" y="68199"/>
                      </a:lnTo>
                      <a:lnTo>
                        <a:pt x="48292" y="23527"/>
                      </a:lnTo>
                      <a:lnTo>
                        <a:pt x="29337"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1" name="Google Shape;951;p8"/>
                <p:cNvSpPr/>
                <p:nvPr/>
              </p:nvSpPr>
              <p:spPr>
                <a:xfrm>
                  <a:off x="11737465" y="6221920"/>
                  <a:ext cx="58866" cy="73342"/>
                </a:xfrm>
                <a:custGeom>
                  <a:rect b="b" l="l" r="r" t="t"/>
                  <a:pathLst>
                    <a:path extrusionOk="0" h="73342" w="58866">
                      <a:moveTo>
                        <a:pt x="58866" y="57436"/>
                      </a:moveTo>
                      <a:lnTo>
                        <a:pt x="58866" y="67246"/>
                      </a:lnTo>
                      <a:cubicBezTo>
                        <a:pt x="55247" y="69437"/>
                        <a:pt x="51818" y="70961"/>
                        <a:pt x="48484" y="71914"/>
                      </a:cubicBezTo>
                      <a:cubicBezTo>
                        <a:pt x="45150" y="72866"/>
                        <a:pt x="41721" y="73343"/>
                        <a:pt x="38292" y="73343"/>
                      </a:cubicBezTo>
                      <a:cubicBezTo>
                        <a:pt x="27243" y="73343"/>
                        <a:pt x="18004" y="69913"/>
                        <a:pt x="10765" y="63055"/>
                      </a:cubicBezTo>
                      <a:cubicBezTo>
                        <a:pt x="3526" y="56197"/>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49"/>
                      </a:lnTo>
                      <a:cubicBezTo>
                        <a:pt x="55056" y="12478"/>
                        <a:pt x="51627" y="10573"/>
                        <a:pt x="48484" y="9335"/>
                      </a:cubicBezTo>
                      <a:cubicBezTo>
                        <a:pt x="45341" y="8096"/>
                        <a:pt x="42102" y="7525"/>
                        <a:pt x="38673" y="7525"/>
                      </a:cubicBezTo>
                      <a:cubicBezTo>
                        <a:pt x="29720" y="7525"/>
                        <a:pt x="22671" y="10382"/>
                        <a:pt x="17528" y="16002"/>
                      </a:cubicBezTo>
                      <a:cubicBezTo>
                        <a:pt x="12384" y="21622"/>
                        <a:pt x="9717" y="28575"/>
                        <a:pt x="9717" y="36766"/>
                      </a:cubicBezTo>
                      <a:cubicBezTo>
                        <a:pt x="9717" y="45625"/>
                        <a:pt x="12384" y="52673"/>
                        <a:pt x="17718" y="58007"/>
                      </a:cubicBezTo>
                      <a:cubicBezTo>
                        <a:pt x="23052" y="63341"/>
                        <a:pt x="29720" y="66008"/>
                        <a:pt x="37721" y="66008"/>
                      </a:cubicBezTo>
                      <a:cubicBezTo>
                        <a:pt x="41436" y="66008"/>
                        <a:pt x="45055" y="65341"/>
                        <a:pt x="48579" y="64008"/>
                      </a:cubicBezTo>
                      <a:cubicBezTo>
                        <a:pt x="52199" y="62484"/>
                        <a:pt x="55628" y="60388"/>
                        <a:pt x="58866"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2" name="Google Shape;952;p8"/>
                <p:cNvSpPr/>
                <p:nvPr/>
              </p:nvSpPr>
              <p:spPr>
                <a:xfrm>
                  <a:off x="11803284" y="6198298"/>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2" y="0"/>
                      </a:lnTo>
                      <a:lnTo>
                        <a:pt x="20002" y="26289"/>
                      </a:lnTo>
                      <a:lnTo>
                        <a:pt x="32956" y="26289"/>
                      </a:lnTo>
                      <a:lnTo>
                        <a:pt x="32956"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3" name="Google Shape;953;p8"/>
                <p:cNvSpPr/>
                <p:nvPr/>
              </p:nvSpPr>
              <p:spPr>
                <a:xfrm>
                  <a:off x="11848043" y="6194488"/>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344"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4" name="Google Shape;954;p8"/>
                <p:cNvSpPr/>
                <p:nvPr/>
              </p:nvSpPr>
              <p:spPr>
                <a:xfrm>
                  <a:off x="11878055" y="6221730"/>
                  <a:ext cx="72580" cy="73533"/>
                </a:xfrm>
                <a:custGeom>
                  <a:rect b="b" l="l" r="r" t="t"/>
                  <a:pathLst>
                    <a:path extrusionOk="0" h="73533" w="72580">
                      <a:moveTo>
                        <a:pt x="36290" y="73533"/>
                      </a:moveTo>
                      <a:cubicBezTo>
                        <a:pt x="25622" y="73533"/>
                        <a:pt x="16955" y="70104"/>
                        <a:pt x="10192" y="63151"/>
                      </a:cubicBezTo>
                      <a:cubicBezTo>
                        <a:pt x="3429" y="56197"/>
                        <a:pt x="0" y="47434"/>
                        <a:pt x="0" y="36766"/>
                      </a:cubicBezTo>
                      <a:cubicBezTo>
                        <a:pt x="0" y="26194"/>
                        <a:pt x="3429" y="17526"/>
                        <a:pt x="10192" y="10477"/>
                      </a:cubicBezTo>
                      <a:cubicBezTo>
                        <a:pt x="16955" y="3524"/>
                        <a:pt x="25718" y="0"/>
                        <a:pt x="36290" y="0"/>
                      </a:cubicBezTo>
                      <a:cubicBezTo>
                        <a:pt x="46863" y="0"/>
                        <a:pt x="55531" y="3524"/>
                        <a:pt x="62389" y="10477"/>
                      </a:cubicBezTo>
                      <a:cubicBezTo>
                        <a:pt x="69247" y="17431"/>
                        <a:pt x="72581" y="26194"/>
                        <a:pt x="72581" y="36766"/>
                      </a:cubicBezTo>
                      <a:cubicBezTo>
                        <a:pt x="72581" y="47434"/>
                        <a:pt x="69152" y="56197"/>
                        <a:pt x="62389" y="63151"/>
                      </a:cubicBezTo>
                      <a:cubicBezTo>
                        <a:pt x="55531" y="70104"/>
                        <a:pt x="46863" y="73533"/>
                        <a:pt x="36290" y="73533"/>
                      </a:cubicBezTo>
                      <a:close/>
                      <a:moveTo>
                        <a:pt x="36290" y="66104"/>
                      </a:moveTo>
                      <a:cubicBezTo>
                        <a:pt x="43529" y="66199"/>
                        <a:pt x="49816" y="63532"/>
                        <a:pt x="54959" y="58007"/>
                      </a:cubicBezTo>
                      <a:cubicBezTo>
                        <a:pt x="60103" y="52578"/>
                        <a:pt x="62770" y="45434"/>
                        <a:pt x="62770" y="36862"/>
                      </a:cubicBezTo>
                      <a:cubicBezTo>
                        <a:pt x="62770" y="28289"/>
                        <a:pt x="60198" y="21336"/>
                        <a:pt x="54959" y="15907"/>
                      </a:cubicBezTo>
                      <a:cubicBezTo>
                        <a:pt x="49816" y="10477"/>
                        <a:pt x="43529" y="7715"/>
                        <a:pt x="36290" y="7620"/>
                      </a:cubicBezTo>
                      <a:cubicBezTo>
                        <a:pt x="28861" y="7620"/>
                        <a:pt x="22670" y="10382"/>
                        <a:pt x="17526" y="15811"/>
                      </a:cubicBezTo>
                      <a:cubicBezTo>
                        <a:pt x="12383" y="21241"/>
                        <a:pt x="9811" y="28289"/>
                        <a:pt x="9811" y="36862"/>
                      </a:cubicBezTo>
                      <a:cubicBezTo>
                        <a:pt x="9716" y="45529"/>
                        <a:pt x="12287" y="52578"/>
                        <a:pt x="17431" y="58007"/>
                      </a:cubicBezTo>
                      <a:cubicBezTo>
                        <a:pt x="22574" y="63341"/>
                        <a:pt x="28861" y="66104"/>
                        <a:pt x="36290"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5" name="Google Shape;955;p8"/>
                <p:cNvSpPr/>
                <p:nvPr/>
              </p:nvSpPr>
              <p:spPr>
                <a:xfrm>
                  <a:off x="11969115" y="6221825"/>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6" name="Google Shape;956;p8"/>
                <p:cNvSpPr/>
                <p:nvPr/>
              </p:nvSpPr>
              <p:spPr>
                <a:xfrm>
                  <a:off x="12042550" y="6221825"/>
                  <a:ext cx="68010" cy="73533"/>
                </a:xfrm>
                <a:custGeom>
                  <a:rect b="b" l="l" r="r" t="t"/>
                  <a:pathLst>
                    <a:path extrusionOk="0" h="73533" w="68010">
                      <a:moveTo>
                        <a:pt x="59438" y="14859"/>
                      </a:moveTo>
                      <a:lnTo>
                        <a:pt x="59438" y="2858"/>
                      </a:lnTo>
                      <a:lnTo>
                        <a:pt x="68011" y="2858"/>
                      </a:lnTo>
                      <a:lnTo>
                        <a:pt x="68011" y="70676"/>
                      </a:lnTo>
                      <a:lnTo>
                        <a:pt x="59438" y="70676"/>
                      </a:lnTo>
                      <a:lnTo>
                        <a:pt x="59438" y="59150"/>
                      </a:lnTo>
                      <a:cubicBezTo>
                        <a:pt x="56771" y="63913"/>
                        <a:pt x="53247" y="67532"/>
                        <a:pt x="48865" y="69913"/>
                      </a:cubicBezTo>
                      <a:cubicBezTo>
                        <a:pt x="44484" y="72295"/>
                        <a:pt x="39817" y="73533"/>
                        <a:pt x="34768" y="73533"/>
                      </a:cubicBezTo>
                      <a:cubicBezTo>
                        <a:pt x="24291" y="73533"/>
                        <a:pt x="15909" y="70009"/>
                        <a:pt x="9527" y="63055"/>
                      </a:cubicBezTo>
                      <a:cubicBezTo>
                        <a:pt x="3145" y="56102"/>
                        <a:pt x="2" y="47339"/>
                        <a:pt x="2" y="36767"/>
                      </a:cubicBezTo>
                      <a:cubicBezTo>
                        <a:pt x="-93" y="26099"/>
                        <a:pt x="3145" y="17336"/>
                        <a:pt x="9622" y="10382"/>
                      </a:cubicBezTo>
                      <a:cubicBezTo>
                        <a:pt x="16099" y="3429"/>
                        <a:pt x="24577" y="0"/>
                        <a:pt x="34959" y="0"/>
                      </a:cubicBezTo>
                      <a:cubicBezTo>
                        <a:pt x="40198" y="0"/>
                        <a:pt x="44865" y="1238"/>
                        <a:pt x="49056" y="3620"/>
                      </a:cubicBezTo>
                      <a:cubicBezTo>
                        <a:pt x="53152" y="6001"/>
                        <a:pt x="56676" y="9716"/>
                        <a:pt x="59438" y="14859"/>
                      </a:cubicBezTo>
                      <a:close/>
                      <a:moveTo>
                        <a:pt x="34768" y="66008"/>
                      </a:moveTo>
                      <a:cubicBezTo>
                        <a:pt x="41817" y="66008"/>
                        <a:pt x="47722" y="63341"/>
                        <a:pt x="52390" y="58007"/>
                      </a:cubicBezTo>
                      <a:cubicBezTo>
                        <a:pt x="57057" y="52673"/>
                        <a:pt x="59343" y="45625"/>
                        <a:pt x="59343" y="36767"/>
                      </a:cubicBezTo>
                      <a:cubicBezTo>
                        <a:pt x="59248" y="28670"/>
                        <a:pt x="56962" y="21717"/>
                        <a:pt x="52485" y="16002"/>
                      </a:cubicBezTo>
                      <a:cubicBezTo>
                        <a:pt x="48008" y="10287"/>
                        <a:pt x="42198" y="7525"/>
                        <a:pt x="35054" y="7525"/>
                      </a:cubicBezTo>
                      <a:cubicBezTo>
                        <a:pt x="27625" y="7525"/>
                        <a:pt x="21624" y="10287"/>
                        <a:pt x="16861" y="15812"/>
                      </a:cubicBezTo>
                      <a:cubicBezTo>
                        <a:pt x="12099" y="21336"/>
                        <a:pt x="9813" y="28289"/>
                        <a:pt x="9813" y="36767"/>
                      </a:cubicBezTo>
                      <a:cubicBezTo>
                        <a:pt x="9718" y="44958"/>
                        <a:pt x="12004" y="51911"/>
                        <a:pt x="16576" y="57531"/>
                      </a:cubicBezTo>
                      <a:cubicBezTo>
                        <a:pt x="21243" y="63151"/>
                        <a:pt x="27339" y="66008"/>
                        <a:pt x="3476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7" name="Google Shape;957;p8"/>
                <p:cNvSpPr/>
                <p:nvPr/>
              </p:nvSpPr>
              <p:spPr>
                <a:xfrm>
                  <a:off x="12133135" y="6177533"/>
                  <a:ext cx="68008" cy="117729"/>
                </a:xfrm>
                <a:custGeom>
                  <a:rect b="b" l="l" r="r" t="t"/>
                  <a:pathLst>
                    <a:path extrusionOk="0" h="117729" w="68008">
                      <a:moveTo>
                        <a:pt x="0" y="0"/>
                      </a:moveTo>
                      <a:lnTo>
                        <a:pt x="9239" y="0"/>
                      </a:lnTo>
                      <a:lnTo>
                        <a:pt x="9239" y="58007"/>
                      </a:lnTo>
                      <a:cubicBezTo>
                        <a:pt x="11811" y="53626"/>
                        <a:pt x="15145" y="50197"/>
                        <a:pt x="19240" y="47815"/>
                      </a:cubicBezTo>
                      <a:cubicBezTo>
                        <a:pt x="23336" y="45434"/>
                        <a:pt x="28099" y="44196"/>
                        <a:pt x="33528" y="44196"/>
                      </a:cubicBezTo>
                      <a:cubicBezTo>
                        <a:pt x="43720" y="44196"/>
                        <a:pt x="51911" y="47625"/>
                        <a:pt x="58388" y="54483"/>
                      </a:cubicBezTo>
                      <a:cubicBezTo>
                        <a:pt x="64770" y="61341"/>
                        <a:pt x="68008" y="70104"/>
                        <a:pt x="68008" y="80963"/>
                      </a:cubicBezTo>
                      <a:cubicBezTo>
                        <a:pt x="68008" y="91630"/>
                        <a:pt x="64865" y="100394"/>
                        <a:pt x="58674" y="107252"/>
                      </a:cubicBezTo>
                      <a:cubicBezTo>
                        <a:pt x="52388" y="114110"/>
                        <a:pt x="44196" y="117634"/>
                        <a:pt x="33909" y="117729"/>
                      </a:cubicBezTo>
                      <a:cubicBezTo>
                        <a:pt x="28194" y="117729"/>
                        <a:pt x="23146" y="116396"/>
                        <a:pt x="18859" y="113824"/>
                      </a:cubicBezTo>
                      <a:cubicBezTo>
                        <a:pt x="14573" y="111252"/>
                        <a:pt x="11144" y="107728"/>
                        <a:pt x="8668" y="103346"/>
                      </a:cubicBezTo>
                      <a:lnTo>
                        <a:pt x="8668" y="114871"/>
                      </a:lnTo>
                      <a:lnTo>
                        <a:pt x="95" y="114871"/>
                      </a:lnTo>
                      <a:lnTo>
                        <a:pt x="95" y="0"/>
                      </a:lnTo>
                      <a:close/>
                      <a:moveTo>
                        <a:pt x="33909" y="110300"/>
                      </a:moveTo>
                      <a:cubicBezTo>
                        <a:pt x="41338" y="110300"/>
                        <a:pt x="47149" y="107537"/>
                        <a:pt x="51625" y="102108"/>
                      </a:cubicBezTo>
                      <a:cubicBezTo>
                        <a:pt x="56007" y="96679"/>
                        <a:pt x="58198" y="89630"/>
                        <a:pt x="58198" y="81058"/>
                      </a:cubicBezTo>
                      <a:cubicBezTo>
                        <a:pt x="58102" y="72295"/>
                        <a:pt x="55721" y="65246"/>
                        <a:pt x="51149" y="59912"/>
                      </a:cubicBezTo>
                      <a:cubicBezTo>
                        <a:pt x="46577" y="54578"/>
                        <a:pt x="40386" y="51816"/>
                        <a:pt x="32671" y="51816"/>
                      </a:cubicBezTo>
                      <a:cubicBezTo>
                        <a:pt x="25622" y="51816"/>
                        <a:pt x="19812" y="54673"/>
                        <a:pt x="15335" y="60293"/>
                      </a:cubicBezTo>
                      <a:cubicBezTo>
                        <a:pt x="10858" y="66008"/>
                        <a:pt x="8668" y="72866"/>
                        <a:pt x="8668" y="81058"/>
                      </a:cubicBezTo>
                      <a:cubicBezTo>
                        <a:pt x="8668" y="90106"/>
                        <a:pt x="11144" y="97250"/>
                        <a:pt x="16097" y="102489"/>
                      </a:cubicBezTo>
                      <a:cubicBezTo>
                        <a:pt x="20955" y="107632"/>
                        <a:pt x="26860" y="110300"/>
                        <a:pt x="33909" y="11030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8" name="Google Shape;958;p8"/>
                <p:cNvSpPr/>
                <p:nvPr/>
              </p:nvSpPr>
              <p:spPr>
                <a:xfrm>
                  <a:off x="12219622" y="6177629"/>
                  <a:ext cx="9239" cy="114871"/>
                </a:xfrm>
                <a:custGeom>
                  <a:rect b="b" l="l" r="r" t="t"/>
                  <a:pathLst>
                    <a:path extrusionOk="0" h="114871" w="9239">
                      <a:moveTo>
                        <a:pt x="0" y="114871"/>
                      </a:moveTo>
                      <a:lnTo>
                        <a:pt x="0" y="0"/>
                      </a:lnTo>
                      <a:lnTo>
                        <a:pt x="9239" y="0"/>
                      </a:ln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59" name="Google Shape;959;p8"/>
                <p:cNvSpPr/>
                <p:nvPr/>
              </p:nvSpPr>
              <p:spPr>
                <a:xfrm>
                  <a:off x="12247245" y="6221730"/>
                  <a:ext cx="65055" cy="73533"/>
                </a:xfrm>
                <a:custGeom>
                  <a:rect b="b" l="l" r="r" t="t"/>
                  <a:pathLst>
                    <a:path extrusionOk="0" h="73533" w="65055">
                      <a:moveTo>
                        <a:pt x="58007" y="49339"/>
                      </a:moveTo>
                      <a:lnTo>
                        <a:pt x="65056" y="52959"/>
                      </a:lnTo>
                      <a:cubicBezTo>
                        <a:pt x="61627" y="59912"/>
                        <a:pt x="57341" y="65151"/>
                        <a:pt x="52102" y="68485"/>
                      </a:cubicBezTo>
                      <a:cubicBezTo>
                        <a:pt x="46863" y="71914"/>
                        <a:pt x="40958" y="73533"/>
                        <a:pt x="34290" y="73533"/>
                      </a:cubicBezTo>
                      <a:cubicBezTo>
                        <a:pt x="23622" y="73533"/>
                        <a:pt x="15240" y="69913"/>
                        <a:pt x="9144" y="62579"/>
                      </a:cubicBezTo>
                      <a:cubicBezTo>
                        <a:pt x="3048" y="55245"/>
                        <a:pt x="0" y="46672"/>
                        <a:pt x="0" y="36766"/>
                      </a:cubicBezTo>
                      <a:cubicBezTo>
                        <a:pt x="0" y="26670"/>
                        <a:pt x="3048" y="18002"/>
                        <a:pt x="9049" y="10858"/>
                      </a:cubicBezTo>
                      <a:cubicBezTo>
                        <a:pt x="15145" y="3715"/>
                        <a:pt x="23527" y="95"/>
                        <a:pt x="34290" y="0"/>
                      </a:cubicBezTo>
                      <a:cubicBezTo>
                        <a:pt x="43625" y="95"/>
                        <a:pt x="51054" y="3334"/>
                        <a:pt x="56579" y="9811"/>
                      </a:cubicBezTo>
                      <a:cubicBezTo>
                        <a:pt x="62103" y="16192"/>
                        <a:pt x="64960" y="24003"/>
                        <a:pt x="65056" y="33052"/>
                      </a:cubicBezTo>
                      <a:lnTo>
                        <a:pt x="65056" y="37624"/>
                      </a:lnTo>
                      <a:lnTo>
                        <a:pt x="9811" y="37624"/>
                      </a:lnTo>
                      <a:cubicBezTo>
                        <a:pt x="9620" y="45815"/>
                        <a:pt x="11906" y="52673"/>
                        <a:pt x="16573" y="58007"/>
                      </a:cubicBezTo>
                      <a:cubicBezTo>
                        <a:pt x="21241" y="63341"/>
                        <a:pt x="27146" y="66104"/>
                        <a:pt x="34290" y="66104"/>
                      </a:cubicBezTo>
                      <a:cubicBezTo>
                        <a:pt x="39529" y="66199"/>
                        <a:pt x="44101" y="64865"/>
                        <a:pt x="48006" y="62103"/>
                      </a:cubicBezTo>
                      <a:cubicBezTo>
                        <a:pt x="51911" y="59341"/>
                        <a:pt x="55245" y="55054"/>
                        <a:pt x="58007" y="49339"/>
                      </a:cubicBezTo>
                      <a:close/>
                      <a:moveTo>
                        <a:pt x="10477" y="30099"/>
                      </a:moveTo>
                      <a:lnTo>
                        <a:pt x="55817" y="30099"/>
                      </a:lnTo>
                      <a:cubicBezTo>
                        <a:pt x="55531" y="24193"/>
                        <a:pt x="53435" y="18955"/>
                        <a:pt x="49625" y="14383"/>
                      </a:cubicBezTo>
                      <a:cubicBezTo>
                        <a:pt x="45815" y="9811"/>
                        <a:pt x="40767" y="7620"/>
                        <a:pt x="34385" y="7620"/>
                      </a:cubicBezTo>
                      <a:cubicBezTo>
                        <a:pt x="28004" y="7620"/>
                        <a:pt x="22669" y="9715"/>
                        <a:pt x="18288" y="13906"/>
                      </a:cubicBezTo>
                      <a:cubicBezTo>
                        <a:pt x="14097" y="18002"/>
                        <a:pt x="11430" y="23431"/>
                        <a:pt x="10477"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0" name="Google Shape;960;p8"/>
                <p:cNvSpPr/>
                <p:nvPr/>
              </p:nvSpPr>
              <p:spPr>
                <a:xfrm>
                  <a:off x="12368783" y="6183058"/>
                  <a:ext cx="10477" cy="109442"/>
                </a:xfrm>
                <a:custGeom>
                  <a:rect b="b" l="l" r="r" t="t"/>
                  <a:pathLst>
                    <a:path extrusionOk="0" h="109442" w="10477">
                      <a:moveTo>
                        <a:pt x="0" y="109442"/>
                      </a:moveTo>
                      <a:lnTo>
                        <a:pt x="0" y="0"/>
                      </a:lnTo>
                      <a:lnTo>
                        <a:pt x="10478" y="0"/>
                      </a:lnTo>
                      <a:lnTo>
                        <a:pt x="10478" y="109442"/>
                      </a:lnTo>
                      <a:lnTo>
                        <a:pt x="0" y="10944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1" name="Google Shape;961;p8"/>
                <p:cNvSpPr/>
                <p:nvPr/>
              </p:nvSpPr>
              <p:spPr>
                <a:xfrm>
                  <a:off x="12404121" y="6221825"/>
                  <a:ext cx="54959" cy="70675"/>
                </a:xfrm>
                <a:custGeom>
                  <a:rect b="b" l="l" r="r" t="t"/>
                  <a:pathLst>
                    <a:path extrusionOk="0" h="70675" w="54959">
                      <a:moveTo>
                        <a:pt x="0" y="70676"/>
                      </a:moveTo>
                      <a:lnTo>
                        <a:pt x="0" y="2858"/>
                      </a:lnTo>
                      <a:lnTo>
                        <a:pt x="9239" y="2858"/>
                      </a:lnTo>
                      <a:lnTo>
                        <a:pt x="9239" y="14097"/>
                      </a:lnTo>
                      <a:cubicBezTo>
                        <a:pt x="11430" y="9811"/>
                        <a:pt x="14383" y="6477"/>
                        <a:pt x="18193" y="3905"/>
                      </a:cubicBezTo>
                      <a:cubicBezTo>
                        <a:pt x="22003" y="1429"/>
                        <a:pt x="26479" y="95"/>
                        <a:pt x="31718" y="0"/>
                      </a:cubicBezTo>
                      <a:cubicBezTo>
                        <a:pt x="38767" y="0"/>
                        <a:pt x="44386" y="2381"/>
                        <a:pt x="48577" y="7049"/>
                      </a:cubicBezTo>
                      <a:cubicBezTo>
                        <a:pt x="52768" y="11716"/>
                        <a:pt x="54864" y="18479"/>
                        <a:pt x="54959" y="27242"/>
                      </a:cubicBezTo>
                      <a:lnTo>
                        <a:pt x="54959" y="70676"/>
                      </a:lnTo>
                      <a:lnTo>
                        <a:pt x="45720" y="70676"/>
                      </a:lnTo>
                      <a:lnTo>
                        <a:pt x="45720" y="28480"/>
                      </a:lnTo>
                      <a:cubicBezTo>
                        <a:pt x="45720" y="21146"/>
                        <a:pt x="44482" y="15907"/>
                        <a:pt x="41910" y="12573"/>
                      </a:cubicBezTo>
                      <a:cubicBezTo>
                        <a:pt x="39433" y="9239"/>
                        <a:pt x="35623" y="7525"/>
                        <a:pt x="30575" y="7525"/>
                      </a:cubicBezTo>
                      <a:cubicBezTo>
                        <a:pt x="24289" y="7525"/>
                        <a:pt x="19240" y="10192"/>
                        <a:pt x="15240" y="15526"/>
                      </a:cubicBezTo>
                      <a:cubicBezTo>
                        <a:pt x="11239" y="20860"/>
                        <a:pt x="9239" y="27432"/>
                        <a:pt x="9239" y="35338"/>
                      </a:cubicBezTo>
                      <a:lnTo>
                        <a:pt x="9239" y="70676"/>
                      </a:lnTo>
                      <a:lnTo>
                        <a:pt x="0" y="70676"/>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2" name="Google Shape;962;p8"/>
                <p:cNvSpPr/>
                <p:nvPr/>
              </p:nvSpPr>
              <p:spPr>
                <a:xfrm>
                  <a:off x="12475368" y="6221920"/>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1" y="56769"/>
                        <a:pt x="38291" y="52483"/>
                      </a:cubicBezTo>
                      <a:cubicBezTo>
                        <a:pt x="38291"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9" y="13906"/>
                      </a:cubicBezTo>
                      <a:lnTo>
                        <a:pt x="38195" y="17621"/>
                      </a:lnTo>
                      <a:cubicBezTo>
                        <a:pt x="36862" y="14478"/>
                        <a:pt x="34862" y="12002"/>
                        <a:pt x="32290" y="10192"/>
                      </a:cubicBezTo>
                      <a:cubicBezTo>
                        <a:pt x="29718" y="8382"/>
                        <a:pt x="26765" y="7429"/>
                        <a:pt x="23622" y="7429"/>
                      </a:cubicBezTo>
                      <a:cubicBezTo>
                        <a:pt x="20098" y="7429"/>
                        <a:pt x="17336" y="8477"/>
                        <a:pt x="15240" y="10478"/>
                      </a:cubicBezTo>
                      <a:cubicBezTo>
                        <a:pt x="13145" y="12478"/>
                        <a:pt x="12097" y="15049"/>
                        <a:pt x="12287" y="18193"/>
                      </a:cubicBezTo>
                      <a:cubicBezTo>
                        <a:pt x="12287" y="21050"/>
                        <a:pt x="13049" y="23241"/>
                        <a:pt x="14573" y="24860"/>
                      </a:cubicBezTo>
                      <a:cubicBezTo>
                        <a:pt x="16097" y="26479"/>
                        <a:pt x="20860" y="28575"/>
                        <a:pt x="28766"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2"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3" name="Google Shape;963;p8"/>
                <p:cNvSpPr/>
                <p:nvPr/>
              </p:nvSpPr>
              <p:spPr>
                <a:xfrm>
                  <a:off x="12538224" y="6194488"/>
                  <a:ext cx="14105" cy="98012"/>
                </a:xfrm>
                <a:custGeom>
                  <a:rect b="b" l="l" r="r" t="t"/>
                  <a:pathLst>
                    <a:path extrusionOk="0" h="98012" w="14105">
                      <a:moveTo>
                        <a:pt x="9" y="7144"/>
                      </a:moveTo>
                      <a:cubicBezTo>
                        <a:pt x="-86" y="5144"/>
                        <a:pt x="580" y="3429"/>
                        <a:pt x="1914" y="2096"/>
                      </a:cubicBezTo>
                      <a:cubicBezTo>
                        <a:pt x="3343" y="667"/>
                        <a:pt x="5057" y="0"/>
                        <a:pt x="7057" y="0"/>
                      </a:cubicBezTo>
                      <a:cubicBezTo>
                        <a:pt x="8962" y="0"/>
                        <a:pt x="10677" y="667"/>
                        <a:pt x="12010" y="2096"/>
                      </a:cubicBezTo>
                      <a:cubicBezTo>
                        <a:pt x="13439" y="3524"/>
                        <a:pt x="14106" y="5239"/>
                        <a:pt x="14106" y="7144"/>
                      </a:cubicBezTo>
                      <a:cubicBezTo>
                        <a:pt x="14106" y="9239"/>
                        <a:pt x="13439" y="10954"/>
                        <a:pt x="12010" y="12287"/>
                      </a:cubicBezTo>
                      <a:cubicBezTo>
                        <a:pt x="10582" y="13621"/>
                        <a:pt x="8962" y="14288"/>
                        <a:pt x="7057" y="14288"/>
                      </a:cubicBezTo>
                      <a:cubicBezTo>
                        <a:pt x="4962" y="14288"/>
                        <a:pt x="3247" y="13621"/>
                        <a:pt x="1914" y="12287"/>
                      </a:cubicBezTo>
                      <a:cubicBezTo>
                        <a:pt x="580" y="10954"/>
                        <a:pt x="-86" y="9239"/>
                        <a:pt x="9" y="7144"/>
                      </a:cubicBezTo>
                      <a:close/>
                      <a:moveTo>
                        <a:pt x="2485" y="30194"/>
                      </a:moveTo>
                      <a:lnTo>
                        <a:pt x="11725" y="30194"/>
                      </a:lnTo>
                      <a:lnTo>
                        <a:pt x="11725" y="98012"/>
                      </a:lnTo>
                      <a:lnTo>
                        <a:pt x="2485" y="98012"/>
                      </a:lnTo>
                      <a:lnTo>
                        <a:pt x="2485" y="3019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4" name="Google Shape;964;p8"/>
                <p:cNvSpPr/>
                <p:nvPr/>
              </p:nvSpPr>
              <p:spPr>
                <a:xfrm>
                  <a:off x="12568428" y="6221825"/>
                  <a:ext cx="67913" cy="105727"/>
                </a:xfrm>
                <a:custGeom>
                  <a:rect b="b" l="l" r="r" t="t"/>
                  <a:pathLst>
                    <a:path extrusionOk="0" h="105727" w="67913">
                      <a:moveTo>
                        <a:pt x="2762" y="83344"/>
                      </a:moveTo>
                      <a:lnTo>
                        <a:pt x="12954" y="83344"/>
                      </a:lnTo>
                      <a:cubicBezTo>
                        <a:pt x="14002" y="87725"/>
                        <a:pt x="16383" y="91250"/>
                        <a:pt x="20288" y="94012"/>
                      </a:cubicBezTo>
                      <a:cubicBezTo>
                        <a:pt x="24098" y="96774"/>
                        <a:pt x="28956" y="98203"/>
                        <a:pt x="34861" y="98203"/>
                      </a:cubicBezTo>
                      <a:cubicBezTo>
                        <a:pt x="42100" y="98203"/>
                        <a:pt x="47911" y="95821"/>
                        <a:pt x="52197" y="90964"/>
                      </a:cubicBezTo>
                      <a:cubicBezTo>
                        <a:pt x="56483" y="86201"/>
                        <a:pt x="58674" y="78677"/>
                        <a:pt x="58769" y="68485"/>
                      </a:cubicBezTo>
                      <a:lnTo>
                        <a:pt x="58769" y="60198"/>
                      </a:lnTo>
                      <a:cubicBezTo>
                        <a:pt x="56198" y="64294"/>
                        <a:pt x="52959" y="67532"/>
                        <a:pt x="48958" y="69913"/>
                      </a:cubicBezTo>
                      <a:cubicBezTo>
                        <a:pt x="44958" y="72295"/>
                        <a:pt x="40195" y="73533"/>
                        <a:pt x="34766" y="73533"/>
                      </a:cubicBezTo>
                      <a:cubicBezTo>
                        <a:pt x="24289" y="73533"/>
                        <a:pt x="15907" y="70104"/>
                        <a:pt x="9525" y="63151"/>
                      </a:cubicBezTo>
                      <a:cubicBezTo>
                        <a:pt x="3143" y="56197"/>
                        <a:pt x="0" y="47435"/>
                        <a:pt x="0" y="36767"/>
                      </a:cubicBezTo>
                      <a:cubicBezTo>
                        <a:pt x="0" y="26194"/>
                        <a:pt x="3238" y="17526"/>
                        <a:pt x="9716" y="10478"/>
                      </a:cubicBezTo>
                      <a:cubicBezTo>
                        <a:pt x="16192" y="3524"/>
                        <a:pt x="24670" y="0"/>
                        <a:pt x="35052" y="0"/>
                      </a:cubicBezTo>
                      <a:cubicBezTo>
                        <a:pt x="40767" y="95"/>
                        <a:pt x="45720" y="1429"/>
                        <a:pt x="49720" y="4096"/>
                      </a:cubicBezTo>
                      <a:cubicBezTo>
                        <a:pt x="53816" y="6668"/>
                        <a:pt x="56959" y="10287"/>
                        <a:pt x="59341" y="14859"/>
                      </a:cubicBezTo>
                      <a:lnTo>
                        <a:pt x="59341" y="2858"/>
                      </a:lnTo>
                      <a:lnTo>
                        <a:pt x="67913" y="2858"/>
                      </a:lnTo>
                      <a:lnTo>
                        <a:pt x="67913" y="68485"/>
                      </a:lnTo>
                      <a:cubicBezTo>
                        <a:pt x="67818" y="79820"/>
                        <a:pt x="64865" y="88868"/>
                        <a:pt x="59150" y="95631"/>
                      </a:cubicBezTo>
                      <a:cubicBezTo>
                        <a:pt x="53435" y="102394"/>
                        <a:pt x="45339" y="105728"/>
                        <a:pt x="34861" y="105728"/>
                      </a:cubicBezTo>
                      <a:cubicBezTo>
                        <a:pt x="25813" y="105728"/>
                        <a:pt x="18669" y="103727"/>
                        <a:pt x="13335" y="99822"/>
                      </a:cubicBezTo>
                      <a:cubicBezTo>
                        <a:pt x="7906" y="95821"/>
                        <a:pt x="4381" y="90297"/>
                        <a:pt x="2762" y="83344"/>
                      </a:cubicBezTo>
                      <a:close/>
                      <a:moveTo>
                        <a:pt x="34576" y="66008"/>
                      </a:moveTo>
                      <a:cubicBezTo>
                        <a:pt x="41624" y="66104"/>
                        <a:pt x="47530" y="63437"/>
                        <a:pt x="52197" y="58103"/>
                      </a:cubicBezTo>
                      <a:cubicBezTo>
                        <a:pt x="56864" y="52769"/>
                        <a:pt x="59150" y="45625"/>
                        <a:pt x="59150" y="36767"/>
                      </a:cubicBezTo>
                      <a:cubicBezTo>
                        <a:pt x="59150" y="28670"/>
                        <a:pt x="56864" y="21717"/>
                        <a:pt x="52387" y="16002"/>
                      </a:cubicBezTo>
                      <a:cubicBezTo>
                        <a:pt x="47911" y="10287"/>
                        <a:pt x="42005" y="7525"/>
                        <a:pt x="34861" y="7525"/>
                      </a:cubicBezTo>
                      <a:cubicBezTo>
                        <a:pt x="27432" y="7620"/>
                        <a:pt x="21431" y="10382"/>
                        <a:pt x="16669" y="15907"/>
                      </a:cubicBezTo>
                      <a:cubicBezTo>
                        <a:pt x="11906" y="21336"/>
                        <a:pt x="9620" y="28289"/>
                        <a:pt x="9620" y="36767"/>
                      </a:cubicBezTo>
                      <a:cubicBezTo>
                        <a:pt x="9525" y="44958"/>
                        <a:pt x="11811" y="51911"/>
                        <a:pt x="16383" y="57626"/>
                      </a:cubicBezTo>
                      <a:cubicBezTo>
                        <a:pt x="21050" y="63341"/>
                        <a:pt x="27146" y="66104"/>
                        <a:pt x="34576"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5" name="Google Shape;965;p8"/>
                <p:cNvSpPr/>
                <p:nvPr/>
              </p:nvSpPr>
              <p:spPr>
                <a:xfrm>
                  <a:off x="12659010" y="6177629"/>
                  <a:ext cx="54959" cy="114871"/>
                </a:xfrm>
                <a:custGeom>
                  <a:rect b="b" l="l" r="r" t="t"/>
                  <a:pathLst>
                    <a:path extrusionOk="0" h="114871" w="54959">
                      <a:moveTo>
                        <a:pt x="0" y="114871"/>
                      </a:moveTo>
                      <a:lnTo>
                        <a:pt x="0" y="0"/>
                      </a:lnTo>
                      <a:lnTo>
                        <a:pt x="9239" y="0"/>
                      </a:lnTo>
                      <a:lnTo>
                        <a:pt x="9239" y="58293"/>
                      </a:lnTo>
                      <a:cubicBezTo>
                        <a:pt x="11430" y="54007"/>
                        <a:pt x="14383" y="50673"/>
                        <a:pt x="18193" y="48101"/>
                      </a:cubicBezTo>
                      <a:cubicBezTo>
                        <a:pt x="22003" y="45625"/>
                        <a:pt x="26479" y="44291"/>
                        <a:pt x="31718" y="44196"/>
                      </a:cubicBezTo>
                      <a:cubicBezTo>
                        <a:pt x="38767" y="44196"/>
                        <a:pt x="44387" y="46577"/>
                        <a:pt x="48578" y="51245"/>
                      </a:cubicBezTo>
                      <a:cubicBezTo>
                        <a:pt x="52769" y="55912"/>
                        <a:pt x="54864" y="62674"/>
                        <a:pt x="54959" y="71438"/>
                      </a:cubicBezTo>
                      <a:lnTo>
                        <a:pt x="54959" y="114871"/>
                      </a:lnTo>
                      <a:lnTo>
                        <a:pt x="45720" y="114871"/>
                      </a:lnTo>
                      <a:lnTo>
                        <a:pt x="45720" y="72676"/>
                      </a:lnTo>
                      <a:cubicBezTo>
                        <a:pt x="45720" y="65341"/>
                        <a:pt x="44482" y="60103"/>
                        <a:pt x="41910" y="56769"/>
                      </a:cubicBezTo>
                      <a:cubicBezTo>
                        <a:pt x="39434" y="53435"/>
                        <a:pt x="35623" y="51721"/>
                        <a:pt x="30575" y="51721"/>
                      </a:cubicBezTo>
                      <a:cubicBezTo>
                        <a:pt x="24289" y="51721"/>
                        <a:pt x="19240" y="54388"/>
                        <a:pt x="15240" y="59722"/>
                      </a:cubicBezTo>
                      <a:cubicBezTo>
                        <a:pt x="11239" y="65056"/>
                        <a:pt x="9239" y="71628"/>
                        <a:pt x="9239" y="79534"/>
                      </a:cubicBezTo>
                      <a:lnTo>
                        <a:pt x="9239" y="114871"/>
                      </a:lnTo>
                      <a:lnTo>
                        <a:pt x="0" y="114871"/>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6" name="Google Shape;966;p8"/>
                <p:cNvSpPr/>
                <p:nvPr/>
              </p:nvSpPr>
              <p:spPr>
                <a:xfrm>
                  <a:off x="12728066" y="6198298"/>
                  <a:ext cx="32956" cy="94202"/>
                </a:xfrm>
                <a:custGeom>
                  <a:rect b="b" l="l" r="r" t="t"/>
                  <a:pathLst>
                    <a:path extrusionOk="0" h="94202" w="32956">
                      <a:moveTo>
                        <a:pt x="10763" y="94202"/>
                      </a:moveTo>
                      <a:lnTo>
                        <a:pt x="10763" y="33814"/>
                      </a:lnTo>
                      <a:lnTo>
                        <a:pt x="0" y="33814"/>
                      </a:lnTo>
                      <a:lnTo>
                        <a:pt x="0" y="26289"/>
                      </a:lnTo>
                      <a:lnTo>
                        <a:pt x="10763" y="26289"/>
                      </a:lnTo>
                      <a:lnTo>
                        <a:pt x="10763" y="0"/>
                      </a:lnTo>
                      <a:lnTo>
                        <a:pt x="20003" y="0"/>
                      </a:lnTo>
                      <a:lnTo>
                        <a:pt x="20003" y="26289"/>
                      </a:lnTo>
                      <a:lnTo>
                        <a:pt x="32956" y="26289"/>
                      </a:lnTo>
                      <a:lnTo>
                        <a:pt x="32956" y="33814"/>
                      </a:lnTo>
                      <a:lnTo>
                        <a:pt x="20003" y="33814"/>
                      </a:lnTo>
                      <a:lnTo>
                        <a:pt x="20003"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67" name="Google Shape;967;p8"/>
                <p:cNvSpPr/>
                <p:nvPr/>
              </p:nvSpPr>
              <p:spPr>
                <a:xfrm>
                  <a:off x="12768643" y="6221920"/>
                  <a:ext cx="47910" cy="73437"/>
                </a:xfrm>
                <a:custGeom>
                  <a:rect b="b" l="l" r="r" t="t"/>
                  <a:pathLst>
                    <a:path extrusionOk="0" h="73437" w="47910">
                      <a:moveTo>
                        <a:pt x="0" y="56674"/>
                      </a:moveTo>
                      <a:lnTo>
                        <a:pt x="7525" y="52578"/>
                      </a:lnTo>
                      <a:cubicBezTo>
                        <a:pt x="8858" y="56769"/>
                        <a:pt x="11049" y="60007"/>
                        <a:pt x="14002" y="62389"/>
                      </a:cubicBezTo>
                      <a:cubicBezTo>
                        <a:pt x="16954" y="64770"/>
                        <a:pt x="20383" y="65913"/>
                        <a:pt x="24289" y="65913"/>
                      </a:cubicBezTo>
                      <a:cubicBezTo>
                        <a:pt x="28480" y="65913"/>
                        <a:pt x="31909" y="64770"/>
                        <a:pt x="34480" y="62389"/>
                      </a:cubicBezTo>
                      <a:cubicBezTo>
                        <a:pt x="37052" y="60007"/>
                        <a:pt x="38290" y="56769"/>
                        <a:pt x="38290" y="52483"/>
                      </a:cubicBezTo>
                      <a:cubicBezTo>
                        <a:pt x="38290" y="49054"/>
                        <a:pt x="37052" y="46291"/>
                        <a:pt x="34671" y="44101"/>
                      </a:cubicBezTo>
                      <a:cubicBezTo>
                        <a:pt x="32290" y="42005"/>
                        <a:pt x="28194" y="40005"/>
                        <a:pt x="22479" y="38100"/>
                      </a:cubicBezTo>
                      <a:cubicBezTo>
                        <a:pt x="14478" y="35719"/>
                        <a:pt x="9239" y="32956"/>
                        <a:pt x="6763" y="30004"/>
                      </a:cubicBezTo>
                      <a:cubicBezTo>
                        <a:pt x="4286" y="26956"/>
                        <a:pt x="3048" y="23336"/>
                        <a:pt x="3048" y="19050"/>
                      </a:cubicBezTo>
                      <a:cubicBezTo>
                        <a:pt x="3048" y="13335"/>
                        <a:pt x="5048" y="8668"/>
                        <a:pt x="9049" y="5239"/>
                      </a:cubicBezTo>
                      <a:cubicBezTo>
                        <a:pt x="13049" y="1714"/>
                        <a:pt x="18193" y="0"/>
                        <a:pt x="24384" y="0"/>
                      </a:cubicBezTo>
                      <a:cubicBezTo>
                        <a:pt x="29337" y="0"/>
                        <a:pt x="33433" y="1238"/>
                        <a:pt x="36862" y="3715"/>
                      </a:cubicBezTo>
                      <a:cubicBezTo>
                        <a:pt x="40291" y="6191"/>
                        <a:pt x="43053" y="9620"/>
                        <a:pt x="45148" y="13906"/>
                      </a:cubicBezTo>
                      <a:lnTo>
                        <a:pt x="38195" y="17621"/>
                      </a:lnTo>
                      <a:cubicBezTo>
                        <a:pt x="36862" y="14478"/>
                        <a:pt x="34862" y="12002"/>
                        <a:pt x="32290" y="10192"/>
                      </a:cubicBezTo>
                      <a:cubicBezTo>
                        <a:pt x="29718" y="8382"/>
                        <a:pt x="26765" y="7429"/>
                        <a:pt x="23622" y="7429"/>
                      </a:cubicBezTo>
                      <a:cubicBezTo>
                        <a:pt x="20098" y="7429"/>
                        <a:pt x="17335" y="8477"/>
                        <a:pt x="15240" y="10478"/>
                      </a:cubicBezTo>
                      <a:cubicBezTo>
                        <a:pt x="13145" y="12478"/>
                        <a:pt x="12097" y="15049"/>
                        <a:pt x="12287" y="18193"/>
                      </a:cubicBezTo>
                      <a:cubicBezTo>
                        <a:pt x="12287" y="21050"/>
                        <a:pt x="13049" y="23241"/>
                        <a:pt x="14573" y="24860"/>
                      </a:cubicBezTo>
                      <a:cubicBezTo>
                        <a:pt x="16097" y="26479"/>
                        <a:pt x="20860" y="28575"/>
                        <a:pt x="28765" y="31052"/>
                      </a:cubicBezTo>
                      <a:cubicBezTo>
                        <a:pt x="35433" y="33242"/>
                        <a:pt x="40291" y="36100"/>
                        <a:pt x="43339" y="39529"/>
                      </a:cubicBezTo>
                      <a:cubicBezTo>
                        <a:pt x="46387" y="42958"/>
                        <a:pt x="47911" y="47149"/>
                        <a:pt x="47911" y="52197"/>
                      </a:cubicBezTo>
                      <a:cubicBezTo>
                        <a:pt x="47911" y="58198"/>
                        <a:pt x="45815" y="63341"/>
                        <a:pt x="41529" y="67342"/>
                      </a:cubicBezTo>
                      <a:cubicBezTo>
                        <a:pt x="37243" y="71438"/>
                        <a:pt x="31242" y="73438"/>
                        <a:pt x="23431" y="73438"/>
                      </a:cubicBezTo>
                      <a:cubicBezTo>
                        <a:pt x="17812" y="73438"/>
                        <a:pt x="12954" y="72009"/>
                        <a:pt x="9049" y="69247"/>
                      </a:cubicBezTo>
                      <a:cubicBezTo>
                        <a:pt x="5048" y="66389"/>
                        <a:pt x="2096" y="62198"/>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grpSp>
            <p:nvGrpSpPr>
              <p:cNvPr id="968" name="Google Shape;968;p8"/>
              <p:cNvGrpSpPr/>
              <p:nvPr/>
            </p:nvGrpSpPr>
            <p:grpSpPr>
              <a:xfrm>
                <a:off x="12968858" y="6181629"/>
                <a:ext cx="1201865" cy="112681"/>
                <a:chOff x="12968858" y="6181629"/>
                <a:chExt cx="1201865" cy="112681"/>
              </a:xfrm>
            </p:grpSpPr>
            <p:sp>
              <p:nvSpPr>
                <p:cNvPr id="969" name="Google Shape;969;p8"/>
                <p:cNvSpPr/>
                <p:nvPr/>
              </p:nvSpPr>
              <p:spPr>
                <a:xfrm>
                  <a:off x="12968858" y="6181629"/>
                  <a:ext cx="96392" cy="112585"/>
                </a:xfrm>
                <a:custGeom>
                  <a:rect b="b" l="l" r="r" t="t"/>
                  <a:pathLst>
                    <a:path extrusionOk="0" h="112585" w="96392">
                      <a:moveTo>
                        <a:pt x="0" y="112586"/>
                      </a:moveTo>
                      <a:lnTo>
                        <a:pt x="48196" y="0"/>
                      </a:lnTo>
                      <a:lnTo>
                        <a:pt x="96393" y="112586"/>
                      </a:lnTo>
                      <a:lnTo>
                        <a:pt x="85630" y="112586"/>
                      </a:lnTo>
                      <a:lnTo>
                        <a:pt x="70676" y="76962"/>
                      </a:lnTo>
                      <a:lnTo>
                        <a:pt x="25527" y="76962"/>
                      </a:lnTo>
                      <a:lnTo>
                        <a:pt x="10573" y="112586"/>
                      </a:lnTo>
                      <a:lnTo>
                        <a:pt x="0" y="112586"/>
                      </a:lnTo>
                      <a:close/>
                      <a:moveTo>
                        <a:pt x="29242" y="68199"/>
                      </a:moveTo>
                      <a:lnTo>
                        <a:pt x="67151" y="68199"/>
                      </a:lnTo>
                      <a:lnTo>
                        <a:pt x="48196" y="23527"/>
                      </a:lnTo>
                      <a:lnTo>
                        <a:pt x="29242" y="681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0" name="Google Shape;970;p8"/>
                <p:cNvSpPr/>
                <p:nvPr/>
              </p:nvSpPr>
              <p:spPr>
                <a:xfrm>
                  <a:off x="13074203" y="6220872"/>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5" y="64008"/>
                      </a:cubicBezTo>
                      <a:cubicBezTo>
                        <a:pt x="52104" y="62484"/>
                        <a:pt x="55437"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1" name="Google Shape;971;p8"/>
                <p:cNvSpPr/>
                <p:nvPr/>
              </p:nvSpPr>
              <p:spPr>
                <a:xfrm>
                  <a:off x="13144307" y="6220872"/>
                  <a:ext cx="58866" cy="73342"/>
                </a:xfrm>
                <a:custGeom>
                  <a:rect b="b" l="l" r="r" t="t"/>
                  <a:pathLst>
                    <a:path extrusionOk="0" h="73342" w="58866">
                      <a:moveTo>
                        <a:pt x="58771" y="57436"/>
                      </a:moveTo>
                      <a:lnTo>
                        <a:pt x="58771" y="67247"/>
                      </a:lnTo>
                      <a:cubicBezTo>
                        <a:pt x="55151" y="69437"/>
                        <a:pt x="51723" y="70961"/>
                        <a:pt x="48389" y="71914"/>
                      </a:cubicBezTo>
                      <a:cubicBezTo>
                        <a:pt x="45055" y="72866"/>
                        <a:pt x="41626" y="73343"/>
                        <a:pt x="38197" y="73343"/>
                      </a:cubicBezTo>
                      <a:cubicBezTo>
                        <a:pt x="27148" y="73343"/>
                        <a:pt x="18004" y="69914"/>
                        <a:pt x="10765" y="63056"/>
                      </a:cubicBezTo>
                      <a:cubicBezTo>
                        <a:pt x="3526" y="56198"/>
                        <a:pt x="-94" y="47339"/>
                        <a:pt x="2" y="36671"/>
                      </a:cubicBezTo>
                      <a:cubicBezTo>
                        <a:pt x="2" y="25908"/>
                        <a:pt x="3526" y="17145"/>
                        <a:pt x="10670" y="10287"/>
                      </a:cubicBezTo>
                      <a:cubicBezTo>
                        <a:pt x="17814" y="3429"/>
                        <a:pt x="26957" y="0"/>
                        <a:pt x="38102" y="0"/>
                      </a:cubicBezTo>
                      <a:cubicBezTo>
                        <a:pt x="42102" y="0"/>
                        <a:pt x="45817" y="476"/>
                        <a:pt x="49246" y="1429"/>
                      </a:cubicBezTo>
                      <a:cubicBezTo>
                        <a:pt x="52675" y="2381"/>
                        <a:pt x="55914" y="3810"/>
                        <a:pt x="58866" y="5810"/>
                      </a:cubicBezTo>
                      <a:lnTo>
                        <a:pt x="58866" y="15050"/>
                      </a:lnTo>
                      <a:cubicBezTo>
                        <a:pt x="55056" y="12478"/>
                        <a:pt x="51627" y="10573"/>
                        <a:pt x="48484" y="9335"/>
                      </a:cubicBezTo>
                      <a:cubicBezTo>
                        <a:pt x="45341" y="8096"/>
                        <a:pt x="42102" y="7525"/>
                        <a:pt x="38768"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0" y="65342"/>
                        <a:pt x="48674" y="64008"/>
                      </a:cubicBezTo>
                      <a:cubicBezTo>
                        <a:pt x="52104" y="62484"/>
                        <a:pt x="55532"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2" name="Google Shape;972;p8"/>
                <p:cNvSpPr/>
                <p:nvPr/>
              </p:nvSpPr>
              <p:spPr>
                <a:xfrm>
                  <a:off x="13218792" y="6223634"/>
                  <a:ext cx="55533" cy="70675"/>
                </a:xfrm>
                <a:custGeom>
                  <a:rect b="b" l="l" r="r" t="t"/>
                  <a:pathLst>
                    <a:path extrusionOk="0" h="70675" w="55533">
                      <a:moveTo>
                        <a:pt x="46294" y="0"/>
                      </a:moveTo>
                      <a:lnTo>
                        <a:pt x="55534" y="0"/>
                      </a:lnTo>
                      <a:lnTo>
                        <a:pt x="55534" y="40005"/>
                      </a:lnTo>
                      <a:cubicBezTo>
                        <a:pt x="55534" y="50292"/>
                        <a:pt x="53057" y="58007"/>
                        <a:pt x="48009" y="63055"/>
                      </a:cubicBezTo>
                      <a:cubicBezTo>
                        <a:pt x="42961" y="68104"/>
                        <a:pt x="36198" y="70676"/>
                        <a:pt x="27721" y="70676"/>
                      </a:cubicBezTo>
                      <a:cubicBezTo>
                        <a:pt x="19148" y="70580"/>
                        <a:pt x="12290" y="68009"/>
                        <a:pt x="7337" y="63055"/>
                      </a:cubicBezTo>
                      <a:cubicBezTo>
                        <a:pt x="2289" y="58007"/>
                        <a:pt x="-92" y="50387"/>
                        <a:pt x="3" y="40100"/>
                      </a:cubicBezTo>
                      <a:lnTo>
                        <a:pt x="3" y="95"/>
                      </a:lnTo>
                      <a:lnTo>
                        <a:pt x="9242" y="95"/>
                      </a:lnTo>
                      <a:lnTo>
                        <a:pt x="9242" y="41243"/>
                      </a:lnTo>
                      <a:cubicBezTo>
                        <a:pt x="9242" y="48673"/>
                        <a:pt x="10861" y="54197"/>
                        <a:pt x="14100" y="57817"/>
                      </a:cubicBezTo>
                      <a:cubicBezTo>
                        <a:pt x="17338" y="61436"/>
                        <a:pt x="21910" y="63246"/>
                        <a:pt x="27816" y="63246"/>
                      </a:cubicBezTo>
                      <a:cubicBezTo>
                        <a:pt x="33626" y="63246"/>
                        <a:pt x="38198" y="61436"/>
                        <a:pt x="41437" y="57817"/>
                      </a:cubicBezTo>
                      <a:cubicBezTo>
                        <a:pt x="44675" y="54197"/>
                        <a:pt x="46390" y="48673"/>
                        <a:pt x="46390" y="41243"/>
                      </a:cubicBezTo>
                      <a:lnTo>
                        <a:pt x="46390" y="0"/>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3" name="Google Shape;973;p8"/>
                <p:cNvSpPr/>
                <p:nvPr/>
              </p:nvSpPr>
              <p:spPr>
                <a:xfrm>
                  <a:off x="13296900" y="6224777"/>
                  <a:ext cx="36957" cy="69437"/>
                </a:xfrm>
                <a:custGeom>
                  <a:rect b="b" l="l" r="r" t="t"/>
                  <a:pathLst>
                    <a:path extrusionOk="0" h="69437" w="36957">
                      <a:moveTo>
                        <a:pt x="0" y="69437"/>
                      </a:moveTo>
                      <a:lnTo>
                        <a:pt x="0" y="1619"/>
                      </a:lnTo>
                      <a:lnTo>
                        <a:pt x="9239" y="1619"/>
                      </a:lnTo>
                      <a:lnTo>
                        <a:pt x="9239" y="15812"/>
                      </a:lnTo>
                      <a:cubicBezTo>
                        <a:pt x="12097" y="10287"/>
                        <a:pt x="15049" y="6287"/>
                        <a:pt x="18097" y="3810"/>
                      </a:cubicBezTo>
                      <a:cubicBezTo>
                        <a:pt x="21146" y="1334"/>
                        <a:pt x="24670" y="95"/>
                        <a:pt x="28765" y="0"/>
                      </a:cubicBezTo>
                      <a:cubicBezTo>
                        <a:pt x="30099" y="0"/>
                        <a:pt x="31432" y="191"/>
                        <a:pt x="32861" y="476"/>
                      </a:cubicBezTo>
                      <a:cubicBezTo>
                        <a:pt x="34290" y="762"/>
                        <a:pt x="35623" y="1143"/>
                        <a:pt x="36957" y="1524"/>
                      </a:cubicBezTo>
                      <a:lnTo>
                        <a:pt x="34195" y="10287"/>
                      </a:lnTo>
                      <a:cubicBezTo>
                        <a:pt x="33147" y="9811"/>
                        <a:pt x="32099" y="9335"/>
                        <a:pt x="31052" y="9049"/>
                      </a:cubicBezTo>
                      <a:cubicBezTo>
                        <a:pt x="30004" y="8763"/>
                        <a:pt x="28861" y="8573"/>
                        <a:pt x="27622" y="8573"/>
                      </a:cubicBezTo>
                      <a:cubicBezTo>
                        <a:pt x="23146" y="8573"/>
                        <a:pt x="18955" y="11335"/>
                        <a:pt x="15145" y="16859"/>
                      </a:cubicBezTo>
                      <a:cubicBezTo>
                        <a:pt x="11335" y="22384"/>
                        <a:pt x="9430" y="28194"/>
                        <a:pt x="9430" y="34385"/>
                      </a:cubicBezTo>
                      <a:lnTo>
                        <a:pt x="9430" y="69437"/>
                      </a:lnTo>
                      <a:lnTo>
                        <a:pt x="0" y="69437"/>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4" name="Google Shape;974;p8"/>
                <p:cNvSpPr/>
                <p:nvPr/>
              </p:nvSpPr>
              <p:spPr>
                <a:xfrm>
                  <a:off x="13342713" y="6220777"/>
                  <a:ext cx="67725" cy="73533"/>
                </a:xfrm>
                <a:custGeom>
                  <a:rect b="b" l="l" r="r" t="t"/>
                  <a:pathLst>
                    <a:path extrusionOk="0" h="73533" w="67725">
                      <a:moveTo>
                        <a:pt x="59152" y="14859"/>
                      </a:moveTo>
                      <a:lnTo>
                        <a:pt x="59152" y="2857"/>
                      </a:lnTo>
                      <a:lnTo>
                        <a:pt x="67725" y="2857"/>
                      </a:lnTo>
                      <a:lnTo>
                        <a:pt x="67725" y="70675"/>
                      </a:lnTo>
                      <a:lnTo>
                        <a:pt x="59152" y="70675"/>
                      </a:lnTo>
                      <a:lnTo>
                        <a:pt x="59152" y="59150"/>
                      </a:lnTo>
                      <a:cubicBezTo>
                        <a:pt x="56485" y="63913"/>
                        <a:pt x="52961" y="67532"/>
                        <a:pt x="48675" y="69913"/>
                      </a:cubicBezTo>
                      <a:cubicBezTo>
                        <a:pt x="44293" y="72295"/>
                        <a:pt x="39626" y="73533"/>
                        <a:pt x="34673" y="73533"/>
                      </a:cubicBezTo>
                      <a:cubicBezTo>
                        <a:pt x="24196" y="73533"/>
                        <a:pt x="15814" y="70009"/>
                        <a:pt x="9527" y="63055"/>
                      </a:cubicBezTo>
                      <a:cubicBezTo>
                        <a:pt x="3146" y="56102"/>
                        <a:pt x="2" y="47339"/>
                        <a:pt x="2" y="36766"/>
                      </a:cubicBezTo>
                      <a:cubicBezTo>
                        <a:pt x="-93" y="26098"/>
                        <a:pt x="3050" y="17336"/>
                        <a:pt x="9622" y="10382"/>
                      </a:cubicBezTo>
                      <a:cubicBezTo>
                        <a:pt x="16099" y="3429"/>
                        <a:pt x="24577" y="0"/>
                        <a:pt x="34864" y="0"/>
                      </a:cubicBezTo>
                      <a:cubicBezTo>
                        <a:pt x="40102" y="0"/>
                        <a:pt x="44770" y="1238"/>
                        <a:pt x="48865" y="3620"/>
                      </a:cubicBezTo>
                      <a:cubicBezTo>
                        <a:pt x="52961" y="6001"/>
                        <a:pt x="56390" y="9715"/>
                        <a:pt x="59152" y="14859"/>
                      </a:cubicBezTo>
                      <a:close/>
                      <a:moveTo>
                        <a:pt x="34578" y="66008"/>
                      </a:moveTo>
                      <a:cubicBezTo>
                        <a:pt x="41626" y="66008"/>
                        <a:pt x="47532" y="63341"/>
                        <a:pt x="52199" y="58007"/>
                      </a:cubicBezTo>
                      <a:cubicBezTo>
                        <a:pt x="56866" y="52673"/>
                        <a:pt x="59152" y="45625"/>
                        <a:pt x="59152" y="36766"/>
                      </a:cubicBezTo>
                      <a:cubicBezTo>
                        <a:pt x="59057" y="28670"/>
                        <a:pt x="56771" y="21717"/>
                        <a:pt x="52294" y="16002"/>
                      </a:cubicBezTo>
                      <a:cubicBezTo>
                        <a:pt x="47818" y="10287"/>
                        <a:pt x="42007" y="7525"/>
                        <a:pt x="34864" y="7525"/>
                      </a:cubicBezTo>
                      <a:cubicBezTo>
                        <a:pt x="27529" y="7525"/>
                        <a:pt x="21433" y="10287"/>
                        <a:pt x="16766" y="15812"/>
                      </a:cubicBezTo>
                      <a:cubicBezTo>
                        <a:pt x="12099" y="21336"/>
                        <a:pt x="9718" y="28289"/>
                        <a:pt x="9718" y="36766"/>
                      </a:cubicBezTo>
                      <a:cubicBezTo>
                        <a:pt x="9622" y="44958"/>
                        <a:pt x="11908" y="51911"/>
                        <a:pt x="16480" y="57531"/>
                      </a:cubicBezTo>
                      <a:cubicBezTo>
                        <a:pt x="21148" y="63151"/>
                        <a:pt x="27148" y="66008"/>
                        <a:pt x="34578" y="6600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5" name="Google Shape;975;p8"/>
                <p:cNvSpPr/>
                <p:nvPr/>
              </p:nvSpPr>
              <p:spPr>
                <a:xfrm>
                  <a:off x="13424439" y="6200013"/>
                  <a:ext cx="32861" cy="94202"/>
                </a:xfrm>
                <a:custGeom>
                  <a:rect b="b" l="l" r="r" t="t"/>
                  <a:pathLst>
                    <a:path extrusionOk="0" h="94202" w="32861">
                      <a:moveTo>
                        <a:pt x="10763" y="94202"/>
                      </a:moveTo>
                      <a:lnTo>
                        <a:pt x="10763" y="33814"/>
                      </a:lnTo>
                      <a:lnTo>
                        <a:pt x="0" y="33814"/>
                      </a:lnTo>
                      <a:lnTo>
                        <a:pt x="0" y="26289"/>
                      </a:lnTo>
                      <a:lnTo>
                        <a:pt x="10763" y="26289"/>
                      </a:lnTo>
                      <a:lnTo>
                        <a:pt x="10763" y="0"/>
                      </a:lnTo>
                      <a:lnTo>
                        <a:pt x="20002" y="0"/>
                      </a:lnTo>
                      <a:lnTo>
                        <a:pt x="20002" y="26289"/>
                      </a:lnTo>
                      <a:lnTo>
                        <a:pt x="32861" y="26289"/>
                      </a:lnTo>
                      <a:lnTo>
                        <a:pt x="32861" y="33814"/>
                      </a:lnTo>
                      <a:lnTo>
                        <a:pt x="20002" y="33814"/>
                      </a:lnTo>
                      <a:lnTo>
                        <a:pt x="20002" y="94202"/>
                      </a:lnTo>
                      <a:lnTo>
                        <a:pt x="10763" y="94202"/>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6" name="Google Shape;976;p8"/>
                <p:cNvSpPr/>
                <p:nvPr/>
              </p:nvSpPr>
              <p:spPr>
                <a:xfrm>
                  <a:off x="13467207" y="6220682"/>
                  <a:ext cx="64960" cy="73533"/>
                </a:xfrm>
                <a:custGeom>
                  <a:rect b="b" l="l" r="r" t="t"/>
                  <a:pathLst>
                    <a:path extrusionOk="0" h="73533" w="64960">
                      <a:moveTo>
                        <a:pt x="57817" y="49339"/>
                      </a:moveTo>
                      <a:lnTo>
                        <a:pt x="64865" y="52959"/>
                      </a:lnTo>
                      <a:cubicBezTo>
                        <a:pt x="61531" y="59912"/>
                        <a:pt x="57150" y="65151"/>
                        <a:pt x="52006"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49"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3" y="58007"/>
                      </a:cubicBezTo>
                      <a:cubicBezTo>
                        <a:pt x="21241" y="63341"/>
                        <a:pt x="27146" y="66104"/>
                        <a:pt x="34195" y="66104"/>
                      </a:cubicBezTo>
                      <a:cubicBezTo>
                        <a:pt x="39433" y="66199"/>
                        <a:pt x="44005" y="64865"/>
                        <a:pt x="47815"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6" y="18002"/>
                        <a:pt x="11239"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7" name="Google Shape;977;p8"/>
                <p:cNvSpPr/>
                <p:nvPr/>
              </p:nvSpPr>
              <p:spPr>
                <a:xfrm>
                  <a:off x="13588365" y="6184773"/>
                  <a:ext cx="85343" cy="109537"/>
                </a:xfrm>
                <a:custGeom>
                  <a:rect b="b" l="l" r="r" t="t"/>
                  <a:pathLst>
                    <a:path extrusionOk="0" h="109537" w="85343">
                      <a:moveTo>
                        <a:pt x="0" y="109442"/>
                      </a:moveTo>
                      <a:lnTo>
                        <a:pt x="0" y="0"/>
                      </a:lnTo>
                      <a:lnTo>
                        <a:pt x="26670" y="0"/>
                      </a:lnTo>
                      <a:cubicBezTo>
                        <a:pt x="45053" y="0"/>
                        <a:pt x="59436" y="5239"/>
                        <a:pt x="69818" y="15716"/>
                      </a:cubicBezTo>
                      <a:cubicBezTo>
                        <a:pt x="80200" y="26194"/>
                        <a:pt x="85344" y="39148"/>
                        <a:pt x="85344" y="54769"/>
                      </a:cubicBezTo>
                      <a:cubicBezTo>
                        <a:pt x="85344" y="70675"/>
                        <a:pt x="80200" y="83820"/>
                        <a:pt x="69818" y="94107"/>
                      </a:cubicBezTo>
                      <a:cubicBezTo>
                        <a:pt x="59436" y="104394"/>
                        <a:pt x="45148" y="109538"/>
                        <a:pt x="26670" y="109538"/>
                      </a:cubicBezTo>
                      <a:lnTo>
                        <a:pt x="0" y="109538"/>
                      </a:lnTo>
                      <a:close/>
                      <a:moveTo>
                        <a:pt x="10478" y="100774"/>
                      </a:moveTo>
                      <a:lnTo>
                        <a:pt x="25717" y="100774"/>
                      </a:lnTo>
                      <a:cubicBezTo>
                        <a:pt x="40576" y="100870"/>
                        <a:pt x="52388" y="96964"/>
                        <a:pt x="61150" y="89059"/>
                      </a:cubicBezTo>
                      <a:cubicBezTo>
                        <a:pt x="69913" y="81153"/>
                        <a:pt x="74390" y="69723"/>
                        <a:pt x="74390" y="54864"/>
                      </a:cubicBezTo>
                      <a:cubicBezTo>
                        <a:pt x="74390" y="40957"/>
                        <a:pt x="69913" y="29908"/>
                        <a:pt x="61055" y="21526"/>
                      </a:cubicBezTo>
                      <a:cubicBezTo>
                        <a:pt x="52197" y="13145"/>
                        <a:pt x="40386" y="8954"/>
                        <a:pt x="25717" y="8954"/>
                      </a:cubicBezTo>
                      <a:lnTo>
                        <a:pt x="10478" y="8954"/>
                      </a:lnTo>
                      <a:lnTo>
                        <a:pt x="10478" y="10077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8" name="Google Shape;978;p8"/>
                <p:cNvSpPr/>
                <p:nvPr/>
              </p:nvSpPr>
              <p:spPr>
                <a:xfrm>
                  <a:off x="13689425" y="6220682"/>
                  <a:ext cx="64960" cy="73533"/>
                </a:xfrm>
                <a:custGeom>
                  <a:rect b="b" l="l" r="r" t="t"/>
                  <a:pathLst>
                    <a:path extrusionOk="0" h="73533" w="64960">
                      <a:moveTo>
                        <a:pt x="57817" y="49339"/>
                      </a:moveTo>
                      <a:lnTo>
                        <a:pt x="64865" y="52959"/>
                      </a:lnTo>
                      <a:cubicBezTo>
                        <a:pt x="61532" y="59912"/>
                        <a:pt x="57150" y="65151"/>
                        <a:pt x="52007" y="68485"/>
                      </a:cubicBezTo>
                      <a:cubicBezTo>
                        <a:pt x="46768" y="71914"/>
                        <a:pt x="40862" y="73533"/>
                        <a:pt x="34195" y="73533"/>
                      </a:cubicBezTo>
                      <a:cubicBezTo>
                        <a:pt x="23527" y="73533"/>
                        <a:pt x="15145" y="69913"/>
                        <a:pt x="9144" y="62579"/>
                      </a:cubicBezTo>
                      <a:cubicBezTo>
                        <a:pt x="3048" y="55245"/>
                        <a:pt x="0" y="46672"/>
                        <a:pt x="0" y="36767"/>
                      </a:cubicBezTo>
                      <a:cubicBezTo>
                        <a:pt x="0" y="26670"/>
                        <a:pt x="3048" y="18002"/>
                        <a:pt x="9049" y="10859"/>
                      </a:cubicBezTo>
                      <a:cubicBezTo>
                        <a:pt x="15050" y="3715"/>
                        <a:pt x="23527" y="95"/>
                        <a:pt x="34195" y="0"/>
                      </a:cubicBezTo>
                      <a:cubicBezTo>
                        <a:pt x="43529" y="95"/>
                        <a:pt x="50959" y="3334"/>
                        <a:pt x="56483" y="9811"/>
                      </a:cubicBezTo>
                      <a:cubicBezTo>
                        <a:pt x="62008" y="16193"/>
                        <a:pt x="64865" y="24003"/>
                        <a:pt x="64961" y="33052"/>
                      </a:cubicBezTo>
                      <a:lnTo>
                        <a:pt x="64961" y="37624"/>
                      </a:lnTo>
                      <a:lnTo>
                        <a:pt x="9811" y="37624"/>
                      </a:lnTo>
                      <a:cubicBezTo>
                        <a:pt x="9620" y="45815"/>
                        <a:pt x="11811" y="52673"/>
                        <a:pt x="16574" y="58007"/>
                      </a:cubicBezTo>
                      <a:cubicBezTo>
                        <a:pt x="21241" y="63341"/>
                        <a:pt x="27146" y="66104"/>
                        <a:pt x="34195" y="66104"/>
                      </a:cubicBezTo>
                      <a:cubicBezTo>
                        <a:pt x="39434" y="66199"/>
                        <a:pt x="44005" y="64865"/>
                        <a:pt x="47816" y="62103"/>
                      </a:cubicBezTo>
                      <a:cubicBezTo>
                        <a:pt x="51721" y="59341"/>
                        <a:pt x="55054" y="55054"/>
                        <a:pt x="57817" y="49339"/>
                      </a:cubicBezTo>
                      <a:close/>
                      <a:moveTo>
                        <a:pt x="10382" y="30099"/>
                      </a:moveTo>
                      <a:lnTo>
                        <a:pt x="55626" y="30099"/>
                      </a:lnTo>
                      <a:cubicBezTo>
                        <a:pt x="55340" y="24194"/>
                        <a:pt x="53245" y="18955"/>
                        <a:pt x="49435" y="14383"/>
                      </a:cubicBezTo>
                      <a:cubicBezTo>
                        <a:pt x="45625" y="9811"/>
                        <a:pt x="40577" y="7620"/>
                        <a:pt x="34195" y="7620"/>
                      </a:cubicBezTo>
                      <a:cubicBezTo>
                        <a:pt x="27813" y="7620"/>
                        <a:pt x="22479" y="9715"/>
                        <a:pt x="18193" y="13906"/>
                      </a:cubicBezTo>
                      <a:cubicBezTo>
                        <a:pt x="13907" y="18002"/>
                        <a:pt x="11335" y="23431"/>
                        <a:pt x="10382" y="30099"/>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79" name="Google Shape;979;p8"/>
                <p:cNvSpPr/>
                <p:nvPr/>
              </p:nvSpPr>
              <p:spPr>
                <a:xfrm>
                  <a:off x="13768576" y="6220872"/>
                  <a:ext cx="58866" cy="73342"/>
                </a:xfrm>
                <a:custGeom>
                  <a:rect b="b" l="l" r="r" t="t"/>
                  <a:pathLst>
                    <a:path extrusionOk="0" h="73342" w="58866">
                      <a:moveTo>
                        <a:pt x="58771" y="57436"/>
                      </a:moveTo>
                      <a:lnTo>
                        <a:pt x="58771" y="67247"/>
                      </a:lnTo>
                      <a:cubicBezTo>
                        <a:pt x="55152" y="69437"/>
                        <a:pt x="51723" y="70961"/>
                        <a:pt x="48389" y="71914"/>
                      </a:cubicBezTo>
                      <a:cubicBezTo>
                        <a:pt x="45055" y="72866"/>
                        <a:pt x="41626" y="73343"/>
                        <a:pt x="38197" y="73343"/>
                      </a:cubicBezTo>
                      <a:cubicBezTo>
                        <a:pt x="27148" y="73343"/>
                        <a:pt x="18004" y="69914"/>
                        <a:pt x="10765" y="63056"/>
                      </a:cubicBezTo>
                      <a:cubicBezTo>
                        <a:pt x="3526" y="56198"/>
                        <a:pt x="-93" y="47339"/>
                        <a:pt x="2" y="36671"/>
                      </a:cubicBezTo>
                      <a:cubicBezTo>
                        <a:pt x="2" y="25908"/>
                        <a:pt x="3526" y="17145"/>
                        <a:pt x="10670" y="10287"/>
                      </a:cubicBezTo>
                      <a:cubicBezTo>
                        <a:pt x="17814" y="3429"/>
                        <a:pt x="26958" y="0"/>
                        <a:pt x="38102" y="0"/>
                      </a:cubicBezTo>
                      <a:cubicBezTo>
                        <a:pt x="42102" y="0"/>
                        <a:pt x="45817" y="476"/>
                        <a:pt x="49246" y="1429"/>
                      </a:cubicBezTo>
                      <a:cubicBezTo>
                        <a:pt x="52675" y="2381"/>
                        <a:pt x="55914" y="3810"/>
                        <a:pt x="58867" y="5810"/>
                      </a:cubicBezTo>
                      <a:lnTo>
                        <a:pt x="58867" y="15050"/>
                      </a:lnTo>
                      <a:cubicBezTo>
                        <a:pt x="55056" y="12478"/>
                        <a:pt x="51627" y="10573"/>
                        <a:pt x="48484" y="9335"/>
                      </a:cubicBezTo>
                      <a:cubicBezTo>
                        <a:pt x="45341" y="8096"/>
                        <a:pt x="42102" y="7525"/>
                        <a:pt x="38769" y="7525"/>
                      </a:cubicBezTo>
                      <a:cubicBezTo>
                        <a:pt x="29910" y="7525"/>
                        <a:pt x="22862" y="10383"/>
                        <a:pt x="17623" y="16002"/>
                      </a:cubicBezTo>
                      <a:cubicBezTo>
                        <a:pt x="12480" y="21622"/>
                        <a:pt x="9908" y="28575"/>
                        <a:pt x="9908" y="36767"/>
                      </a:cubicBezTo>
                      <a:cubicBezTo>
                        <a:pt x="9908" y="45625"/>
                        <a:pt x="12575" y="52674"/>
                        <a:pt x="17909" y="58008"/>
                      </a:cubicBezTo>
                      <a:cubicBezTo>
                        <a:pt x="23243" y="63341"/>
                        <a:pt x="29910" y="66008"/>
                        <a:pt x="37816" y="66008"/>
                      </a:cubicBezTo>
                      <a:cubicBezTo>
                        <a:pt x="41531" y="66008"/>
                        <a:pt x="45151" y="65342"/>
                        <a:pt x="48675" y="64008"/>
                      </a:cubicBezTo>
                      <a:cubicBezTo>
                        <a:pt x="52104" y="62484"/>
                        <a:pt x="55533" y="60389"/>
                        <a:pt x="58771" y="57436"/>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0" name="Google Shape;980;p8"/>
                <p:cNvSpPr/>
                <p:nvPr/>
              </p:nvSpPr>
              <p:spPr>
                <a:xfrm>
                  <a:off x="13840576" y="6196298"/>
                  <a:ext cx="14107" cy="97916"/>
                </a:xfrm>
                <a:custGeom>
                  <a:rect b="b" l="l" r="r" t="t"/>
                  <a:pathLst>
                    <a:path extrusionOk="0" h="97916" w="14107">
                      <a:moveTo>
                        <a:pt x="10" y="7144"/>
                      </a:moveTo>
                      <a:cubicBezTo>
                        <a:pt x="-85" y="5144"/>
                        <a:pt x="582" y="3429"/>
                        <a:pt x="1915" y="2096"/>
                      </a:cubicBezTo>
                      <a:cubicBezTo>
                        <a:pt x="3249" y="667"/>
                        <a:pt x="4963" y="0"/>
                        <a:pt x="7059" y="0"/>
                      </a:cubicBezTo>
                      <a:cubicBezTo>
                        <a:pt x="8964" y="0"/>
                        <a:pt x="10678" y="667"/>
                        <a:pt x="12012" y="2096"/>
                      </a:cubicBezTo>
                      <a:cubicBezTo>
                        <a:pt x="13345" y="3524"/>
                        <a:pt x="14107" y="5239"/>
                        <a:pt x="14107" y="7144"/>
                      </a:cubicBezTo>
                      <a:cubicBezTo>
                        <a:pt x="14107" y="9239"/>
                        <a:pt x="13440" y="10954"/>
                        <a:pt x="12012" y="12287"/>
                      </a:cubicBezTo>
                      <a:cubicBezTo>
                        <a:pt x="10583" y="13621"/>
                        <a:pt x="8964" y="14288"/>
                        <a:pt x="7059" y="14288"/>
                      </a:cubicBezTo>
                      <a:cubicBezTo>
                        <a:pt x="5058" y="14288"/>
                        <a:pt x="3344" y="13621"/>
                        <a:pt x="1915" y="12287"/>
                      </a:cubicBezTo>
                      <a:cubicBezTo>
                        <a:pt x="487" y="10954"/>
                        <a:pt x="-85" y="9239"/>
                        <a:pt x="10" y="7144"/>
                      </a:cubicBezTo>
                      <a:close/>
                      <a:moveTo>
                        <a:pt x="2487" y="30099"/>
                      </a:moveTo>
                      <a:lnTo>
                        <a:pt x="11726" y="30099"/>
                      </a:lnTo>
                      <a:lnTo>
                        <a:pt x="11726" y="97917"/>
                      </a:lnTo>
                      <a:lnTo>
                        <a:pt x="2487" y="97917"/>
                      </a:lnTo>
                      <a:lnTo>
                        <a:pt x="2487"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1" name="Google Shape;981;p8"/>
                <p:cNvSpPr/>
                <p:nvPr/>
              </p:nvSpPr>
              <p:spPr>
                <a:xfrm>
                  <a:off x="13868304" y="6220872"/>
                  <a:ext cx="47720" cy="73437"/>
                </a:xfrm>
                <a:custGeom>
                  <a:rect b="b" l="l" r="r" t="t"/>
                  <a:pathLst>
                    <a:path extrusionOk="0" h="73437" w="47720">
                      <a:moveTo>
                        <a:pt x="0" y="56674"/>
                      </a:moveTo>
                      <a:lnTo>
                        <a:pt x="7525" y="52578"/>
                      </a:lnTo>
                      <a:cubicBezTo>
                        <a:pt x="8858" y="56769"/>
                        <a:pt x="11049" y="60008"/>
                        <a:pt x="14002" y="62389"/>
                      </a:cubicBezTo>
                      <a:cubicBezTo>
                        <a:pt x="16954" y="64770"/>
                        <a:pt x="20384"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5"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291" y="6191"/>
                        <a:pt x="42958" y="9620"/>
                        <a:pt x="45149" y="13907"/>
                      </a:cubicBezTo>
                      <a:lnTo>
                        <a:pt x="38195" y="17621"/>
                      </a:lnTo>
                      <a:cubicBezTo>
                        <a:pt x="36862" y="14478"/>
                        <a:pt x="34862" y="12002"/>
                        <a:pt x="32290" y="10192"/>
                      </a:cubicBezTo>
                      <a:cubicBezTo>
                        <a:pt x="29718" y="8382"/>
                        <a:pt x="26765" y="7430"/>
                        <a:pt x="23622" y="7430"/>
                      </a:cubicBezTo>
                      <a:cubicBezTo>
                        <a:pt x="20098" y="7430"/>
                        <a:pt x="17336" y="8477"/>
                        <a:pt x="15240" y="10478"/>
                      </a:cubicBezTo>
                      <a:cubicBezTo>
                        <a:pt x="13145"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2" y="73438"/>
                        <a:pt x="23336" y="73438"/>
                      </a:cubicBezTo>
                      <a:cubicBezTo>
                        <a:pt x="17717" y="73438"/>
                        <a:pt x="12954" y="72009"/>
                        <a:pt x="8954" y="69247"/>
                      </a:cubicBezTo>
                      <a:cubicBezTo>
                        <a:pt x="5048" y="66389"/>
                        <a:pt x="2096"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2" name="Google Shape;982;p8"/>
                <p:cNvSpPr/>
                <p:nvPr/>
              </p:nvSpPr>
              <p:spPr>
                <a:xfrm>
                  <a:off x="13931137" y="6196298"/>
                  <a:ext cx="14128" cy="97916"/>
                </a:xfrm>
                <a:custGeom>
                  <a:rect b="b" l="l" r="r" t="t"/>
                  <a:pathLst>
                    <a:path extrusionOk="0" h="97916" w="14128">
                      <a:moveTo>
                        <a:pt x="32" y="7144"/>
                      </a:moveTo>
                      <a:cubicBezTo>
                        <a:pt x="-63" y="5144"/>
                        <a:pt x="603" y="3429"/>
                        <a:pt x="1937" y="2096"/>
                      </a:cubicBezTo>
                      <a:cubicBezTo>
                        <a:pt x="3270" y="667"/>
                        <a:pt x="4985" y="0"/>
                        <a:pt x="7080" y="0"/>
                      </a:cubicBezTo>
                      <a:cubicBezTo>
                        <a:pt x="8985" y="0"/>
                        <a:pt x="10700" y="667"/>
                        <a:pt x="12033" y="2096"/>
                      </a:cubicBezTo>
                      <a:cubicBezTo>
                        <a:pt x="13367" y="3524"/>
                        <a:pt x="14129" y="5239"/>
                        <a:pt x="14129" y="7144"/>
                      </a:cubicBezTo>
                      <a:cubicBezTo>
                        <a:pt x="14129" y="9239"/>
                        <a:pt x="13462" y="10954"/>
                        <a:pt x="12033" y="12287"/>
                      </a:cubicBezTo>
                      <a:cubicBezTo>
                        <a:pt x="10605" y="13621"/>
                        <a:pt x="8985" y="14288"/>
                        <a:pt x="7080" y="14288"/>
                      </a:cubicBezTo>
                      <a:cubicBezTo>
                        <a:pt x="5080" y="14288"/>
                        <a:pt x="3366" y="13621"/>
                        <a:pt x="1937" y="12287"/>
                      </a:cubicBezTo>
                      <a:cubicBezTo>
                        <a:pt x="508" y="10954"/>
                        <a:pt x="-159" y="9239"/>
                        <a:pt x="32" y="7144"/>
                      </a:cubicBezTo>
                      <a:close/>
                      <a:moveTo>
                        <a:pt x="2413" y="30099"/>
                      </a:moveTo>
                      <a:lnTo>
                        <a:pt x="11652" y="30099"/>
                      </a:lnTo>
                      <a:lnTo>
                        <a:pt x="11652" y="97917"/>
                      </a:lnTo>
                      <a:lnTo>
                        <a:pt x="2413" y="97917"/>
                      </a:lnTo>
                      <a:lnTo>
                        <a:pt x="2413" y="30099"/>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3" name="Google Shape;983;p8"/>
                <p:cNvSpPr/>
                <p:nvPr/>
              </p:nvSpPr>
              <p:spPr>
                <a:xfrm>
                  <a:off x="13961078" y="6220682"/>
                  <a:ext cx="72389" cy="73533"/>
                </a:xfrm>
                <a:custGeom>
                  <a:rect b="b" l="l" r="r" t="t"/>
                  <a:pathLst>
                    <a:path extrusionOk="0" h="73533" w="72389">
                      <a:moveTo>
                        <a:pt x="36195" y="73533"/>
                      </a:moveTo>
                      <a:cubicBezTo>
                        <a:pt x="25527" y="73533"/>
                        <a:pt x="16859" y="70104"/>
                        <a:pt x="10096" y="63151"/>
                      </a:cubicBezTo>
                      <a:cubicBezTo>
                        <a:pt x="3334" y="56197"/>
                        <a:pt x="0" y="47435"/>
                        <a:pt x="0" y="36767"/>
                      </a:cubicBezTo>
                      <a:cubicBezTo>
                        <a:pt x="0" y="26194"/>
                        <a:pt x="3334" y="17526"/>
                        <a:pt x="10096" y="10478"/>
                      </a:cubicBezTo>
                      <a:cubicBezTo>
                        <a:pt x="16859" y="3524"/>
                        <a:pt x="25527" y="0"/>
                        <a:pt x="36195" y="0"/>
                      </a:cubicBezTo>
                      <a:cubicBezTo>
                        <a:pt x="46768" y="0"/>
                        <a:pt x="55435" y="3524"/>
                        <a:pt x="62198" y="10478"/>
                      </a:cubicBezTo>
                      <a:cubicBezTo>
                        <a:pt x="68961" y="17431"/>
                        <a:pt x="72390" y="26194"/>
                        <a:pt x="72390" y="36767"/>
                      </a:cubicBezTo>
                      <a:cubicBezTo>
                        <a:pt x="72390" y="47435"/>
                        <a:pt x="68961" y="56197"/>
                        <a:pt x="62198" y="63151"/>
                      </a:cubicBezTo>
                      <a:cubicBezTo>
                        <a:pt x="55435" y="70104"/>
                        <a:pt x="46768" y="73533"/>
                        <a:pt x="36195" y="73533"/>
                      </a:cubicBezTo>
                      <a:close/>
                      <a:moveTo>
                        <a:pt x="36195" y="66104"/>
                      </a:moveTo>
                      <a:cubicBezTo>
                        <a:pt x="43434" y="66199"/>
                        <a:pt x="49721" y="63532"/>
                        <a:pt x="54864" y="58007"/>
                      </a:cubicBezTo>
                      <a:cubicBezTo>
                        <a:pt x="60007" y="52578"/>
                        <a:pt x="62579" y="45434"/>
                        <a:pt x="62579" y="36862"/>
                      </a:cubicBezTo>
                      <a:cubicBezTo>
                        <a:pt x="62579" y="28289"/>
                        <a:pt x="60007" y="21336"/>
                        <a:pt x="54864" y="15907"/>
                      </a:cubicBezTo>
                      <a:cubicBezTo>
                        <a:pt x="49721" y="10478"/>
                        <a:pt x="43434" y="7715"/>
                        <a:pt x="36195" y="7620"/>
                      </a:cubicBezTo>
                      <a:cubicBezTo>
                        <a:pt x="28861" y="7620"/>
                        <a:pt x="22574" y="10382"/>
                        <a:pt x="17431" y="15812"/>
                      </a:cubicBezTo>
                      <a:cubicBezTo>
                        <a:pt x="12287" y="21241"/>
                        <a:pt x="9715" y="28289"/>
                        <a:pt x="9715" y="36862"/>
                      </a:cubicBezTo>
                      <a:cubicBezTo>
                        <a:pt x="9620" y="45529"/>
                        <a:pt x="12192" y="52578"/>
                        <a:pt x="17335" y="58007"/>
                      </a:cubicBezTo>
                      <a:cubicBezTo>
                        <a:pt x="22574" y="63341"/>
                        <a:pt x="28861" y="66104"/>
                        <a:pt x="36195" y="6610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4" name="Google Shape;984;p8"/>
                <p:cNvSpPr/>
                <p:nvPr/>
              </p:nvSpPr>
              <p:spPr>
                <a:xfrm>
                  <a:off x="14051946" y="6223539"/>
                  <a:ext cx="54768" cy="70675"/>
                </a:xfrm>
                <a:custGeom>
                  <a:rect b="b" l="l" r="r" t="t"/>
                  <a:pathLst>
                    <a:path extrusionOk="0" h="70675" w="54768">
                      <a:moveTo>
                        <a:pt x="0" y="70675"/>
                      </a:moveTo>
                      <a:lnTo>
                        <a:pt x="0" y="2857"/>
                      </a:lnTo>
                      <a:lnTo>
                        <a:pt x="9239" y="2857"/>
                      </a:lnTo>
                      <a:lnTo>
                        <a:pt x="9239" y="14097"/>
                      </a:lnTo>
                      <a:cubicBezTo>
                        <a:pt x="11430" y="9811"/>
                        <a:pt x="14383" y="6477"/>
                        <a:pt x="18098" y="3905"/>
                      </a:cubicBezTo>
                      <a:cubicBezTo>
                        <a:pt x="21908" y="1429"/>
                        <a:pt x="26384" y="95"/>
                        <a:pt x="31623" y="0"/>
                      </a:cubicBezTo>
                      <a:cubicBezTo>
                        <a:pt x="38671" y="0"/>
                        <a:pt x="44291" y="2381"/>
                        <a:pt x="48387" y="7048"/>
                      </a:cubicBezTo>
                      <a:cubicBezTo>
                        <a:pt x="52483" y="11716"/>
                        <a:pt x="54674" y="18478"/>
                        <a:pt x="54769" y="27241"/>
                      </a:cubicBezTo>
                      <a:lnTo>
                        <a:pt x="54769" y="70675"/>
                      </a:lnTo>
                      <a:lnTo>
                        <a:pt x="45529" y="70675"/>
                      </a:lnTo>
                      <a:lnTo>
                        <a:pt x="45529" y="28480"/>
                      </a:lnTo>
                      <a:cubicBezTo>
                        <a:pt x="45529" y="21145"/>
                        <a:pt x="44291" y="15907"/>
                        <a:pt x="41815" y="12573"/>
                      </a:cubicBezTo>
                      <a:cubicBezTo>
                        <a:pt x="39338" y="9239"/>
                        <a:pt x="35528" y="7525"/>
                        <a:pt x="30575" y="7525"/>
                      </a:cubicBezTo>
                      <a:cubicBezTo>
                        <a:pt x="24289" y="7525"/>
                        <a:pt x="19241" y="10192"/>
                        <a:pt x="15240" y="15526"/>
                      </a:cubicBezTo>
                      <a:cubicBezTo>
                        <a:pt x="11240" y="20859"/>
                        <a:pt x="9239" y="27432"/>
                        <a:pt x="9239" y="35338"/>
                      </a:cubicBezTo>
                      <a:lnTo>
                        <a:pt x="9239" y="70675"/>
                      </a:lnTo>
                      <a:lnTo>
                        <a:pt x="0" y="7067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5" name="Google Shape;985;p8"/>
                <p:cNvSpPr/>
                <p:nvPr/>
              </p:nvSpPr>
              <p:spPr>
                <a:xfrm>
                  <a:off x="14123003" y="6220872"/>
                  <a:ext cx="47720" cy="73437"/>
                </a:xfrm>
                <a:custGeom>
                  <a:rect b="b" l="l" r="r" t="t"/>
                  <a:pathLst>
                    <a:path extrusionOk="0" h="73437" w="47720">
                      <a:moveTo>
                        <a:pt x="0" y="56674"/>
                      </a:moveTo>
                      <a:lnTo>
                        <a:pt x="7525" y="52578"/>
                      </a:lnTo>
                      <a:cubicBezTo>
                        <a:pt x="8858" y="56769"/>
                        <a:pt x="11049" y="60008"/>
                        <a:pt x="14002" y="62389"/>
                      </a:cubicBezTo>
                      <a:cubicBezTo>
                        <a:pt x="16954" y="64770"/>
                        <a:pt x="20383" y="65913"/>
                        <a:pt x="24289" y="65913"/>
                      </a:cubicBezTo>
                      <a:cubicBezTo>
                        <a:pt x="28480" y="65913"/>
                        <a:pt x="31813" y="64770"/>
                        <a:pt x="34385" y="62389"/>
                      </a:cubicBezTo>
                      <a:cubicBezTo>
                        <a:pt x="36957" y="60008"/>
                        <a:pt x="38195" y="56769"/>
                        <a:pt x="38195" y="52483"/>
                      </a:cubicBezTo>
                      <a:cubicBezTo>
                        <a:pt x="38195" y="49054"/>
                        <a:pt x="36957" y="46292"/>
                        <a:pt x="34576" y="44101"/>
                      </a:cubicBezTo>
                      <a:cubicBezTo>
                        <a:pt x="32194" y="42005"/>
                        <a:pt x="28099" y="40005"/>
                        <a:pt x="22384" y="38100"/>
                      </a:cubicBezTo>
                      <a:cubicBezTo>
                        <a:pt x="14383" y="35719"/>
                        <a:pt x="9144" y="32957"/>
                        <a:pt x="6763" y="30004"/>
                      </a:cubicBezTo>
                      <a:cubicBezTo>
                        <a:pt x="4286" y="26956"/>
                        <a:pt x="3048" y="23336"/>
                        <a:pt x="3048" y="19050"/>
                      </a:cubicBezTo>
                      <a:cubicBezTo>
                        <a:pt x="3048" y="13335"/>
                        <a:pt x="5048" y="8668"/>
                        <a:pt x="9049" y="5239"/>
                      </a:cubicBezTo>
                      <a:cubicBezTo>
                        <a:pt x="13049" y="1715"/>
                        <a:pt x="18193" y="0"/>
                        <a:pt x="24384" y="0"/>
                      </a:cubicBezTo>
                      <a:cubicBezTo>
                        <a:pt x="29337" y="0"/>
                        <a:pt x="33433" y="1238"/>
                        <a:pt x="36862" y="3715"/>
                      </a:cubicBezTo>
                      <a:cubicBezTo>
                        <a:pt x="40196" y="6191"/>
                        <a:pt x="42958" y="9620"/>
                        <a:pt x="45148" y="13907"/>
                      </a:cubicBezTo>
                      <a:lnTo>
                        <a:pt x="38195" y="17621"/>
                      </a:lnTo>
                      <a:cubicBezTo>
                        <a:pt x="36862" y="14478"/>
                        <a:pt x="34862" y="12002"/>
                        <a:pt x="32290" y="10192"/>
                      </a:cubicBezTo>
                      <a:cubicBezTo>
                        <a:pt x="29718" y="8382"/>
                        <a:pt x="26765" y="7430"/>
                        <a:pt x="23622" y="7430"/>
                      </a:cubicBezTo>
                      <a:cubicBezTo>
                        <a:pt x="20098" y="7430"/>
                        <a:pt x="17335" y="8477"/>
                        <a:pt x="15240" y="10478"/>
                      </a:cubicBezTo>
                      <a:cubicBezTo>
                        <a:pt x="13144" y="12478"/>
                        <a:pt x="12192" y="15050"/>
                        <a:pt x="12287" y="18193"/>
                      </a:cubicBezTo>
                      <a:cubicBezTo>
                        <a:pt x="12287" y="21050"/>
                        <a:pt x="13049" y="23241"/>
                        <a:pt x="14573" y="24860"/>
                      </a:cubicBezTo>
                      <a:cubicBezTo>
                        <a:pt x="16097" y="26480"/>
                        <a:pt x="20860" y="28575"/>
                        <a:pt x="28670" y="31052"/>
                      </a:cubicBezTo>
                      <a:cubicBezTo>
                        <a:pt x="35338" y="33242"/>
                        <a:pt x="40196" y="36100"/>
                        <a:pt x="43148" y="39529"/>
                      </a:cubicBezTo>
                      <a:cubicBezTo>
                        <a:pt x="46196" y="42958"/>
                        <a:pt x="47720" y="47149"/>
                        <a:pt x="47720" y="52197"/>
                      </a:cubicBezTo>
                      <a:cubicBezTo>
                        <a:pt x="47720" y="58198"/>
                        <a:pt x="45625" y="63341"/>
                        <a:pt x="41338" y="67342"/>
                      </a:cubicBezTo>
                      <a:cubicBezTo>
                        <a:pt x="37052" y="71438"/>
                        <a:pt x="31051" y="73438"/>
                        <a:pt x="23336" y="73438"/>
                      </a:cubicBezTo>
                      <a:cubicBezTo>
                        <a:pt x="17716" y="73438"/>
                        <a:pt x="12954" y="72009"/>
                        <a:pt x="8954" y="69247"/>
                      </a:cubicBezTo>
                      <a:cubicBezTo>
                        <a:pt x="5048" y="66389"/>
                        <a:pt x="2000" y="62199"/>
                        <a:pt x="0" y="56674"/>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grpSp>
        <p:grpSp>
          <p:nvGrpSpPr>
            <p:cNvPr id="986" name="Google Shape;986;p8"/>
            <p:cNvGrpSpPr/>
            <p:nvPr/>
          </p:nvGrpSpPr>
          <p:grpSpPr>
            <a:xfrm>
              <a:off x="11633549" y="5413629"/>
              <a:ext cx="2535555" cy="587025"/>
              <a:chOff x="11633549" y="5413629"/>
              <a:chExt cx="2535555" cy="587025"/>
            </a:xfrm>
          </p:grpSpPr>
          <p:sp>
            <p:nvSpPr>
              <p:cNvPr id="987" name="Google Shape;987;p8"/>
              <p:cNvSpPr/>
              <p:nvPr/>
            </p:nvSpPr>
            <p:spPr>
              <a:xfrm>
                <a:off x="11633549" y="5415343"/>
                <a:ext cx="149637" cy="585216"/>
              </a:xfrm>
              <a:custGeom>
                <a:rect b="b" l="l" r="r" t="t"/>
                <a:pathLst>
                  <a:path extrusionOk="0" h="585216" w="149637">
                    <a:moveTo>
                      <a:pt x="54769" y="382524"/>
                    </a:moveTo>
                    <a:cubicBezTo>
                      <a:pt x="54769" y="443960"/>
                      <a:pt x="62865" y="485108"/>
                      <a:pt x="79058" y="506159"/>
                    </a:cubicBezTo>
                    <a:cubicBezTo>
                      <a:pt x="91059" y="521875"/>
                      <a:pt x="114586" y="534448"/>
                      <a:pt x="149638" y="543973"/>
                    </a:cubicBezTo>
                    <a:lnTo>
                      <a:pt x="120301" y="585216"/>
                    </a:lnTo>
                    <a:cubicBezTo>
                      <a:pt x="67437" y="571214"/>
                      <a:pt x="32766" y="546068"/>
                      <a:pt x="16097" y="509969"/>
                    </a:cubicBezTo>
                    <a:cubicBezTo>
                      <a:pt x="5334" y="486442"/>
                      <a:pt x="0" y="446056"/>
                      <a:pt x="0" y="388906"/>
                    </a:cubicBezTo>
                    <a:lnTo>
                      <a:pt x="0" y="388525"/>
                    </a:lnTo>
                    <a:lnTo>
                      <a:pt x="0" y="0"/>
                    </a:lnTo>
                    <a:lnTo>
                      <a:pt x="54769" y="0"/>
                    </a:lnTo>
                    <a:lnTo>
                      <a:pt x="54769" y="382524"/>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8" name="Google Shape;988;p8"/>
              <p:cNvSpPr/>
              <p:nvPr/>
            </p:nvSpPr>
            <p:spPr>
              <a:xfrm>
                <a:off x="11859577" y="5413629"/>
                <a:ext cx="202501" cy="587025"/>
              </a:xfrm>
              <a:custGeom>
                <a:rect b="b" l="l" r="r" t="t"/>
                <a:pathLst>
                  <a:path extrusionOk="0" h="587025" w="202501">
                    <a:moveTo>
                      <a:pt x="85534" y="121920"/>
                    </a:moveTo>
                    <a:lnTo>
                      <a:pt x="89916" y="121920"/>
                    </a:lnTo>
                    <a:cubicBezTo>
                      <a:pt x="99346" y="121920"/>
                      <a:pt x="108966" y="123444"/>
                      <a:pt x="118777" y="126587"/>
                    </a:cubicBezTo>
                    <a:cubicBezTo>
                      <a:pt x="115157" y="101060"/>
                      <a:pt x="105537" y="82105"/>
                      <a:pt x="89916" y="69913"/>
                    </a:cubicBezTo>
                    <a:cubicBezTo>
                      <a:pt x="77819" y="60579"/>
                      <a:pt x="55817" y="51340"/>
                      <a:pt x="23908" y="42196"/>
                    </a:cubicBezTo>
                    <a:lnTo>
                      <a:pt x="53721" y="0"/>
                    </a:lnTo>
                    <a:cubicBezTo>
                      <a:pt x="113728" y="16764"/>
                      <a:pt x="148780" y="41243"/>
                      <a:pt x="158877" y="73342"/>
                    </a:cubicBezTo>
                    <a:cubicBezTo>
                      <a:pt x="169926" y="108299"/>
                      <a:pt x="175546" y="148400"/>
                      <a:pt x="175546" y="193548"/>
                    </a:cubicBezTo>
                    <a:lnTo>
                      <a:pt x="175546" y="521303"/>
                    </a:lnTo>
                    <a:lnTo>
                      <a:pt x="175546" y="520922"/>
                    </a:lnTo>
                    <a:cubicBezTo>
                      <a:pt x="174593" y="530828"/>
                      <a:pt x="176403" y="543116"/>
                      <a:pt x="181070" y="557593"/>
                    </a:cubicBezTo>
                    <a:cubicBezTo>
                      <a:pt x="186690" y="574929"/>
                      <a:pt x="193834" y="584740"/>
                      <a:pt x="202501" y="587026"/>
                    </a:cubicBezTo>
                    <a:lnTo>
                      <a:pt x="145732" y="587026"/>
                    </a:lnTo>
                    <a:cubicBezTo>
                      <a:pt x="139827" y="583597"/>
                      <a:pt x="136303" y="579882"/>
                      <a:pt x="134969" y="575977"/>
                    </a:cubicBezTo>
                    <a:cubicBezTo>
                      <a:pt x="119920" y="583406"/>
                      <a:pt x="104965" y="587026"/>
                      <a:pt x="90011" y="587026"/>
                    </a:cubicBezTo>
                    <a:lnTo>
                      <a:pt x="85630" y="587026"/>
                    </a:lnTo>
                    <a:cubicBezTo>
                      <a:pt x="64389" y="587026"/>
                      <a:pt x="45148" y="580739"/>
                      <a:pt x="27908" y="568262"/>
                    </a:cubicBezTo>
                    <a:cubicBezTo>
                      <a:pt x="9334" y="555212"/>
                      <a:pt x="0" y="539687"/>
                      <a:pt x="0" y="521780"/>
                    </a:cubicBezTo>
                    <a:lnTo>
                      <a:pt x="0" y="187262"/>
                    </a:lnTo>
                    <a:cubicBezTo>
                      <a:pt x="0" y="169354"/>
                      <a:pt x="9334" y="153924"/>
                      <a:pt x="27908" y="140779"/>
                    </a:cubicBezTo>
                    <a:cubicBezTo>
                      <a:pt x="45053" y="128207"/>
                      <a:pt x="64294" y="121920"/>
                      <a:pt x="85534" y="121920"/>
                    </a:cubicBezTo>
                    <a:close/>
                    <a:moveTo>
                      <a:pt x="88011" y="172688"/>
                    </a:moveTo>
                    <a:cubicBezTo>
                      <a:pt x="65818" y="172688"/>
                      <a:pt x="54769" y="182499"/>
                      <a:pt x="54769" y="202121"/>
                    </a:cubicBezTo>
                    <a:lnTo>
                      <a:pt x="54769" y="511492"/>
                    </a:lnTo>
                    <a:cubicBezTo>
                      <a:pt x="54769" y="531114"/>
                      <a:pt x="65818" y="540925"/>
                      <a:pt x="88011" y="540925"/>
                    </a:cubicBezTo>
                    <a:cubicBezTo>
                      <a:pt x="109823" y="540925"/>
                      <a:pt x="120777" y="531114"/>
                      <a:pt x="120777" y="511492"/>
                    </a:cubicBezTo>
                    <a:lnTo>
                      <a:pt x="120777" y="202121"/>
                    </a:lnTo>
                    <a:cubicBezTo>
                      <a:pt x="120777" y="182499"/>
                      <a:pt x="109823" y="172688"/>
                      <a:pt x="88011" y="172688"/>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89" name="Google Shape;989;p8"/>
              <p:cNvSpPr/>
              <p:nvPr/>
            </p:nvSpPr>
            <p:spPr>
              <a:xfrm>
                <a:off x="12130182" y="5415153"/>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2" y="502348"/>
                      <a:pt x="118777" y="514826"/>
                    </a:cubicBezTo>
                    <a:cubicBezTo>
                      <a:pt x="131540" y="525304"/>
                      <a:pt x="153829" y="534829"/>
                      <a:pt x="185833" y="543306"/>
                    </a:cubicBezTo>
                    <a:lnTo>
                      <a:pt x="156115" y="585406"/>
                    </a:lnTo>
                    <a:cubicBezTo>
                      <a:pt x="103442" y="570929"/>
                      <a:pt x="68866" y="546830"/>
                      <a:pt x="52292" y="513112"/>
                    </a:cubicBezTo>
                    <a:cubicBezTo>
                      <a:pt x="40958"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90" name="Google Shape;990;p8"/>
              <p:cNvSpPr/>
              <p:nvPr/>
            </p:nvSpPr>
            <p:spPr>
              <a:xfrm>
                <a:off x="12391262" y="5415153"/>
                <a:ext cx="175545" cy="585406"/>
              </a:xfrm>
              <a:custGeom>
                <a:rect b="b" l="l" r="r" t="t"/>
                <a:pathLst>
                  <a:path extrusionOk="0" h="585406" w="175545">
                    <a:moveTo>
                      <a:pt x="85534" y="0"/>
                    </a:moveTo>
                    <a:lnTo>
                      <a:pt x="90392" y="0"/>
                    </a:lnTo>
                    <a:cubicBezTo>
                      <a:pt x="111633" y="0"/>
                      <a:pt x="130778" y="6001"/>
                      <a:pt x="148114" y="18097"/>
                    </a:cubicBezTo>
                    <a:cubicBezTo>
                      <a:pt x="166402" y="31242"/>
                      <a:pt x="175546" y="46672"/>
                      <a:pt x="175546" y="64389"/>
                    </a:cubicBezTo>
                    <a:lnTo>
                      <a:pt x="175546" y="392811"/>
                    </a:lnTo>
                    <a:cubicBezTo>
                      <a:pt x="175546" y="410432"/>
                      <a:pt x="166402" y="425863"/>
                      <a:pt x="148114" y="439102"/>
                    </a:cubicBezTo>
                    <a:cubicBezTo>
                      <a:pt x="130778" y="451199"/>
                      <a:pt x="111633" y="457200"/>
                      <a:pt x="90392" y="457200"/>
                    </a:cubicBezTo>
                    <a:lnTo>
                      <a:pt x="85534" y="457200"/>
                    </a:lnTo>
                    <a:cubicBezTo>
                      <a:pt x="75724" y="457200"/>
                      <a:pt x="66104" y="455676"/>
                      <a:pt x="56674" y="452533"/>
                    </a:cubicBezTo>
                    <a:cubicBezTo>
                      <a:pt x="59912" y="479203"/>
                      <a:pt x="69723" y="499491"/>
                      <a:pt x="86011" y="513493"/>
                    </a:cubicBezTo>
                    <a:cubicBezTo>
                      <a:pt x="100013" y="525304"/>
                      <a:pt x="122873" y="535496"/>
                      <a:pt x="154496" y="544163"/>
                    </a:cubicBezTo>
                    <a:lnTo>
                      <a:pt x="124682" y="585406"/>
                    </a:lnTo>
                    <a:cubicBezTo>
                      <a:pt x="71533" y="571405"/>
                      <a:pt x="36195" y="546544"/>
                      <a:pt x="18574" y="511016"/>
                    </a:cubicBezTo>
                    <a:cubicBezTo>
                      <a:pt x="6191" y="486061"/>
                      <a:pt x="0" y="445675"/>
                      <a:pt x="0" y="389954"/>
                    </a:cubicBezTo>
                    <a:lnTo>
                      <a:pt x="0" y="64484"/>
                    </a:lnTo>
                    <a:cubicBezTo>
                      <a:pt x="0" y="46863"/>
                      <a:pt x="9334" y="31528"/>
                      <a:pt x="27908" y="18669"/>
                    </a:cubicBezTo>
                    <a:cubicBezTo>
                      <a:pt x="45053" y="6191"/>
                      <a:pt x="64294" y="0"/>
                      <a:pt x="85534" y="0"/>
                    </a:cubicBezTo>
                    <a:close/>
                    <a:moveTo>
                      <a:pt x="88011" y="50101"/>
                    </a:moveTo>
                    <a:cubicBezTo>
                      <a:pt x="65818" y="50101"/>
                      <a:pt x="54769" y="59817"/>
                      <a:pt x="54769" y="79153"/>
                    </a:cubicBezTo>
                    <a:lnTo>
                      <a:pt x="54769" y="382714"/>
                    </a:lnTo>
                    <a:cubicBezTo>
                      <a:pt x="54769" y="402050"/>
                      <a:pt x="65818" y="411766"/>
                      <a:pt x="88011" y="411766"/>
                    </a:cubicBezTo>
                    <a:cubicBezTo>
                      <a:pt x="109823" y="411766"/>
                      <a:pt x="120777" y="402050"/>
                      <a:pt x="120777" y="382714"/>
                    </a:cubicBezTo>
                    <a:lnTo>
                      <a:pt x="120777" y="79153"/>
                    </a:lnTo>
                    <a:cubicBezTo>
                      <a:pt x="120777" y="59722"/>
                      <a:pt x="109823" y="50101"/>
                      <a:pt x="88011" y="50101"/>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91" name="Google Shape;991;p8"/>
              <p:cNvSpPr/>
              <p:nvPr/>
            </p:nvSpPr>
            <p:spPr>
              <a:xfrm>
                <a:off x="12655391" y="5415153"/>
                <a:ext cx="175545" cy="585406"/>
              </a:xfrm>
              <a:custGeom>
                <a:rect b="b" l="l" r="r" t="t"/>
                <a:pathLst>
                  <a:path extrusionOk="0" h="585406" w="175545">
                    <a:moveTo>
                      <a:pt x="85535" y="0"/>
                    </a:moveTo>
                    <a:cubicBezTo>
                      <a:pt x="108395" y="0"/>
                      <a:pt x="128588" y="5810"/>
                      <a:pt x="146209" y="17335"/>
                    </a:cubicBezTo>
                    <a:cubicBezTo>
                      <a:pt x="165735" y="29718"/>
                      <a:pt x="175546" y="45529"/>
                      <a:pt x="175546" y="64675"/>
                    </a:cubicBezTo>
                    <a:lnTo>
                      <a:pt x="175546" y="585406"/>
                    </a:lnTo>
                    <a:lnTo>
                      <a:pt x="120777" y="585406"/>
                    </a:lnTo>
                    <a:lnTo>
                      <a:pt x="120777" y="79058"/>
                    </a:lnTo>
                    <a:cubicBezTo>
                      <a:pt x="120777" y="59626"/>
                      <a:pt x="109823" y="49911"/>
                      <a:pt x="88011" y="49911"/>
                    </a:cubicBezTo>
                    <a:cubicBezTo>
                      <a:pt x="65818" y="49911"/>
                      <a:pt x="54769" y="59626"/>
                      <a:pt x="54769" y="79058"/>
                    </a:cubicBezTo>
                    <a:lnTo>
                      <a:pt x="54769" y="585406"/>
                    </a:lnTo>
                    <a:lnTo>
                      <a:pt x="0" y="585406"/>
                    </a:lnTo>
                    <a:lnTo>
                      <a:pt x="0" y="64675"/>
                    </a:lnTo>
                    <a:cubicBezTo>
                      <a:pt x="0" y="46958"/>
                      <a:pt x="9335" y="31623"/>
                      <a:pt x="27908" y="18669"/>
                    </a:cubicBezTo>
                    <a:cubicBezTo>
                      <a:pt x="45053" y="6191"/>
                      <a:pt x="64294" y="0"/>
                      <a:pt x="85535" y="0"/>
                    </a:cubicBez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92" name="Google Shape;992;p8"/>
              <p:cNvSpPr/>
              <p:nvPr/>
            </p:nvSpPr>
            <p:spPr>
              <a:xfrm>
                <a:off x="12923043" y="5415153"/>
                <a:ext cx="185832" cy="585406"/>
              </a:xfrm>
              <a:custGeom>
                <a:rect b="b" l="l" r="r" t="t"/>
                <a:pathLst>
                  <a:path extrusionOk="0" h="585406" w="185832">
                    <a:moveTo>
                      <a:pt x="88392" y="0"/>
                    </a:moveTo>
                    <a:lnTo>
                      <a:pt x="88392" y="221647"/>
                    </a:lnTo>
                    <a:lnTo>
                      <a:pt x="172498" y="221647"/>
                    </a:lnTo>
                    <a:lnTo>
                      <a:pt x="172498" y="268891"/>
                    </a:lnTo>
                    <a:lnTo>
                      <a:pt x="88392" y="268891"/>
                    </a:lnTo>
                    <a:lnTo>
                      <a:pt x="88392" y="387191"/>
                    </a:lnTo>
                    <a:lnTo>
                      <a:pt x="88392" y="421196"/>
                    </a:lnTo>
                    <a:cubicBezTo>
                      <a:pt x="88392" y="430244"/>
                      <a:pt x="89249" y="442055"/>
                      <a:pt x="90869" y="456533"/>
                    </a:cubicBezTo>
                    <a:cubicBezTo>
                      <a:pt x="94107" y="482917"/>
                      <a:pt x="103441" y="502348"/>
                      <a:pt x="118777" y="514826"/>
                    </a:cubicBezTo>
                    <a:cubicBezTo>
                      <a:pt x="131445" y="525304"/>
                      <a:pt x="153829" y="534829"/>
                      <a:pt x="185833" y="543306"/>
                    </a:cubicBezTo>
                    <a:lnTo>
                      <a:pt x="156115" y="585406"/>
                    </a:lnTo>
                    <a:cubicBezTo>
                      <a:pt x="103441" y="570929"/>
                      <a:pt x="68866" y="546830"/>
                      <a:pt x="52292" y="513112"/>
                    </a:cubicBezTo>
                    <a:cubicBezTo>
                      <a:pt x="40957" y="489871"/>
                      <a:pt x="35243" y="450342"/>
                      <a:pt x="35243" y="394430"/>
                    </a:cubicBezTo>
                    <a:cubicBezTo>
                      <a:pt x="34957" y="393859"/>
                      <a:pt x="34766" y="393192"/>
                      <a:pt x="34766" y="392335"/>
                    </a:cubicBezTo>
                    <a:lnTo>
                      <a:pt x="34766" y="268986"/>
                    </a:lnTo>
                    <a:lnTo>
                      <a:pt x="0" y="268986"/>
                    </a:lnTo>
                    <a:lnTo>
                      <a:pt x="0" y="221742"/>
                    </a:lnTo>
                    <a:lnTo>
                      <a:pt x="34766" y="221742"/>
                    </a:lnTo>
                    <a:lnTo>
                      <a:pt x="34766" y="95"/>
                    </a:lnTo>
                    <a:lnTo>
                      <a:pt x="88392" y="95"/>
                    </a:lnTo>
                    <a:close/>
                  </a:path>
                </a:pathLst>
              </a:custGeom>
              <a:solidFill>
                <a:srgbClr val="0F0F0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93" name="Google Shape;993;p8"/>
              <p:cNvSpPr/>
              <p:nvPr/>
            </p:nvSpPr>
            <p:spPr>
              <a:xfrm>
                <a:off x="13184028" y="5415248"/>
                <a:ext cx="177450" cy="585311"/>
              </a:xfrm>
              <a:custGeom>
                <a:rect b="b" l="l" r="r" t="t"/>
                <a:pathLst>
                  <a:path extrusionOk="0" h="585311" w="177450">
                    <a:moveTo>
                      <a:pt x="54769" y="390906"/>
                    </a:moveTo>
                    <a:cubicBezTo>
                      <a:pt x="54769" y="440817"/>
                      <a:pt x="58484" y="476536"/>
                      <a:pt x="65818" y="498062"/>
                    </a:cubicBezTo>
                    <a:cubicBezTo>
                      <a:pt x="70009" y="510254"/>
                      <a:pt x="77343" y="520637"/>
                      <a:pt x="88011" y="529114"/>
                    </a:cubicBezTo>
                    <a:cubicBezTo>
                      <a:pt x="105728" y="514064"/>
                      <a:pt x="116300" y="491300"/>
                      <a:pt x="119825" y="460629"/>
                    </a:cubicBezTo>
                    <a:cubicBezTo>
                      <a:pt x="121729" y="443865"/>
                      <a:pt x="122682" y="420624"/>
                      <a:pt x="122682" y="390906"/>
                    </a:cubicBezTo>
                    <a:lnTo>
                      <a:pt x="122682" y="0"/>
                    </a:lnTo>
                    <a:lnTo>
                      <a:pt x="177451" y="0"/>
                    </a:lnTo>
                    <a:lnTo>
                      <a:pt x="177451" y="397288"/>
                    </a:lnTo>
                    <a:cubicBezTo>
                      <a:pt x="177451" y="433292"/>
                      <a:pt x="176022" y="460248"/>
                      <a:pt x="173069" y="478155"/>
                    </a:cubicBezTo>
                    <a:cubicBezTo>
                      <a:pt x="164306" y="531209"/>
                      <a:pt x="136017" y="566928"/>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94" name="Google Shape;994;p8"/>
              <p:cNvSpPr/>
              <p:nvPr/>
            </p:nvSpPr>
            <p:spPr>
              <a:xfrm>
                <a:off x="13454348" y="5415247"/>
                <a:ext cx="60388" cy="585311"/>
              </a:xfrm>
              <a:custGeom>
                <a:rect b="b" l="l" r="r" t="t"/>
                <a:pathLst>
                  <a:path extrusionOk="0" h="585311" w="60388">
                    <a:moveTo>
                      <a:pt x="3143" y="585312"/>
                    </a:moveTo>
                    <a:lnTo>
                      <a:pt x="3143" y="115253"/>
                    </a:lnTo>
                    <a:lnTo>
                      <a:pt x="57912" y="115253"/>
                    </a:lnTo>
                    <a:lnTo>
                      <a:pt x="57912" y="585312"/>
                    </a:lnTo>
                    <a:lnTo>
                      <a:pt x="3143" y="585312"/>
                    </a:lnTo>
                    <a:close/>
                    <a:moveTo>
                      <a:pt x="0" y="30195"/>
                    </a:moveTo>
                    <a:cubicBezTo>
                      <a:pt x="0" y="46863"/>
                      <a:pt x="13526" y="60389"/>
                      <a:pt x="30194" y="60389"/>
                    </a:cubicBezTo>
                    <a:cubicBezTo>
                      <a:pt x="46863" y="60389"/>
                      <a:pt x="60388" y="46863"/>
                      <a:pt x="60388" y="30195"/>
                    </a:cubicBezTo>
                    <a:cubicBezTo>
                      <a:pt x="60388" y="13526"/>
                      <a:pt x="46863" y="0"/>
                      <a:pt x="30194" y="0"/>
                    </a:cubicBezTo>
                    <a:cubicBezTo>
                      <a:pt x="13621" y="-95"/>
                      <a:pt x="0" y="13526"/>
                      <a:pt x="0" y="30195"/>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95" name="Google Shape;995;p8"/>
              <p:cNvSpPr/>
              <p:nvPr/>
            </p:nvSpPr>
            <p:spPr>
              <a:xfrm>
                <a:off x="13604748" y="5415153"/>
                <a:ext cx="175545" cy="585216"/>
              </a:xfrm>
              <a:custGeom>
                <a:rect b="b" l="l" r="r" t="t"/>
                <a:pathLst>
                  <a:path extrusionOk="0" h="585216" w="175545">
                    <a:moveTo>
                      <a:pt x="85534" y="0"/>
                    </a:moveTo>
                    <a:lnTo>
                      <a:pt x="90392" y="0"/>
                    </a:lnTo>
                    <a:cubicBezTo>
                      <a:pt x="111633" y="0"/>
                      <a:pt x="130778" y="6001"/>
                      <a:pt x="148114" y="18002"/>
                    </a:cubicBezTo>
                    <a:cubicBezTo>
                      <a:pt x="166402" y="31147"/>
                      <a:pt x="175546" y="46482"/>
                      <a:pt x="175546" y="64103"/>
                    </a:cubicBezTo>
                    <a:lnTo>
                      <a:pt x="175546" y="393287"/>
                    </a:lnTo>
                    <a:cubicBezTo>
                      <a:pt x="175546" y="410909"/>
                      <a:pt x="166402" y="426244"/>
                      <a:pt x="148114" y="439388"/>
                    </a:cubicBezTo>
                    <a:cubicBezTo>
                      <a:pt x="130873" y="451390"/>
                      <a:pt x="111633" y="457390"/>
                      <a:pt x="90392" y="457390"/>
                    </a:cubicBezTo>
                    <a:lnTo>
                      <a:pt x="85534" y="457390"/>
                    </a:lnTo>
                    <a:cubicBezTo>
                      <a:pt x="75724" y="457390"/>
                      <a:pt x="66104" y="455867"/>
                      <a:pt x="56674" y="452818"/>
                    </a:cubicBezTo>
                    <a:cubicBezTo>
                      <a:pt x="59912" y="479393"/>
                      <a:pt x="69723" y="499681"/>
                      <a:pt x="86011" y="513588"/>
                    </a:cubicBezTo>
                    <a:cubicBezTo>
                      <a:pt x="100013" y="525304"/>
                      <a:pt x="122872" y="535496"/>
                      <a:pt x="154496" y="544163"/>
                    </a:cubicBezTo>
                    <a:lnTo>
                      <a:pt x="124682" y="585216"/>
                    </a:lnTo>
                    <a:cubicBezTo>
                      <a:pt x="71533" y="571214"/>
                      <a:pt x="36195" y="546544"/>
                      <a:pt x="18574" y="511016"/>
                    </a:cubicBezTo>
                    <a:cubicBezTo>
                      <a:pt x="6191" y="486156"/>
                      <a:pt x="0" y="445865"/>
                      <a:pt x="0" y="390239"/>
                    </a:cubicBezTo>
                    <a:lnTo>
                      <a:pt x="0" y="64008"/>
                    </a:lnTo>
                    <a:cubicBezTo>
                      <a:pt x="0" y="46387"/>
                      <a:pt x="9334" y="31147"/>
                      <a:pt x="27908" y="18288"/>
                    </a:cubicBezTo>
                    <a:cubicBezTo>
                      <a:pt x="45148" y="6191"/>
                      <a:pt x="64389" y="0"/>
                      <a:pt x="85534" y="0"/>
                    </a:cubicBezTo>
                    <a:close/>
                    <a:moveTo>
                      <a:pt x="88011" y="49911"/>
                    </a:moveTo>
                    <a:cubicBezTo>
                      <a:pt x="65818" y="49911"/>
                      <a:pt x="54769" y="59531"/>
                      <a:pt x="54769" y="78867"/>
                    </a:cubicBezTo>
                    <a:lnTo>
                      <a:pt x="54769" y="383286"/>
                    </a:lnTo>
                    <a:cubicBezTo>
                      <a:pt x="54769" y="402526"/>
                      <a:pt x="65818" y="412242"/>
                      <a:pt x="88011" y="412242"/>
                    </a:cubicBezTo>
                    <a:cubicBezTo>
                      <a:pt x="109823" y="412242"/>
                      <a:pt x="120777" y="402622"/>
                      <a:pt x="120777" y="383286"/>
                    </a:cubicBezTo>
                    <a:lnTo>
                      <a:pt x="120777" y="78867"/>
                    </a:lnTo>
                    <a:cubicBezTo>
                      <a:pt x="120777" y="59626"/>
                      <a:pt x="109823" y="49911"/>
                      <a:pt x="88011" y="49911"/>
                    </a:cubicBez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996" name="Google Shape;996;p8"/>
              <p:cNvSpPr/>
              <p:nvPr/>
            </p:nvSpPr>
            <p:spPr>
              <a:xfrm>
                <a:off x="13868876" y="5415248"/>
                <a:ext cx="300228" cy="585311"/>
              </a:xfrm>
              <a:custGeom>
                <a:rect b="b" l="l" r="r" t="t"/>
                <a:pathLst>
                  <a:path extrusionOk="0" h="585311" w="300228">
                    <a:moveTo>
                      <a:pt x="54769" y="390906"/>
                    </a:moveTo>
                    <a:cubicBezTo>
                      <a:pt x="54769" y="440817"/>
                      <a:pt x="58484" y="476536"/>
                      <a:pt x="65913" y="498062"/>
                    </a:cubicBezTo>
                    <a:cubicBezTo>
                      <a:pt x="70104" y="510254"/>
                      <a:pt x="77534" y="520637"/>
                      <a:pt x="88297" y="529114"/>
                    </a:cubicBezTo>
                    <a:cubicBezTo>
                      <a:pt x="105823" y="514350"/>
                      <a:pt x="116491" y="491585"/>
                      <a:pt x="120301" y="460629"/>
                    </a:cubicBezTo>
                    <a:cubicBezTo>
                      <a:pt x="121920" y="447580"/>
                      <a:pt x="122777" y="430435"/>
                      <a:pt x="122777" y="409194"/>
                    </a:cubicBezTo>
                    <a:lnTo>
                      <a:pt x="122777" y="0"/>
                    </a:lnTo>
                    <a:lnTo>
                      <a:pt x="123254" y="0"/>
                    </a:lnTo>
                    <a:lnTo>
                      <a:pt x="177546" y="0"/>
                    </a:lnTo>
                    <a:lnTo>
                      <a:pt x="177546" y="397288"/>
                    </a:lnTo>
                    <a:cubicBezTo>
                      <a:pt x="177546" y="399859"/>
                      <a:pt x="177546" y="403860"/>
                      <a:pt x="177546" y="409194"/>
                    </a:cubicBezTo>
                    <a:cubicBezTo>
                      <a:pt x="177546" y="446913"/>
                      <a:pt x="181261" y="476536"/>
                      <a:pt x="188595" y="498062"/>
                    </a:cubicBezTo>
                    <a:cubicBezTo>
                      <a:pt x="192786" y="510254"/>
                      <a:pt x="200120" y="520637"/>
                      <a:pt x="210788" y="529114"/>
                    </a:cubicBezTo>
                    <a:cubicBezTo>
                      <a:pt x="228505" y="514064"/>
                      <a:pt x="239078" y="491300"/>
                      <a:pt x="242602" y="460629"/>
                    </a:cubicBezTo>
                    <a:cubicBezTo>
                      <a:pt x="244507" y="443865"/>
                      <a:pt x="245459" y="420624"/>
                      <a:pt x="245459" y="390906"/>
                    </a:cubicBezTo>
                    <a:lnTo>
                      <a:pt x="245459" y="0"/>
                    </a:lnTo>
                    <a:lnTo>
                      <a:pt x="300228" y="0"/>
                    </a:lnTo>
                    <a:lnTo>
                      <a:pt x="300228" y="397288"/>
                    </a:lnTo>
                    <a:cubicBezTo>
                      <a:pt x="300228" y="433292"/>
                      <a:pt x="298800" y="460248"/>
                      <a:pt x="295846" y="478155"/>
                    </a:cubicBezTo>
                    <a:cubicBezTo>
                      <a:pt x="287084" y="531209"/>
                      <a:pt x="258985" y="566928"/>
                      <a:pt x="211741" y="585311"/>
                    </a:cubicBezTo>
                    <a:cubicBezTo>
                      <a:pt x="186023" y="576548"/>
                      <a:pt x="165450" y="560927"/>
                      <a:pt x="150114" y="538544"/>
                    </a:cubicBezTo>
                    <a:cubicBezTo>
                      <a:pt x="148495" y="541115"/>
                      <a:pt x="145066" y="545497"/>
                      <a:pt x="139827" y="551688"/>
                    </a:cubicBezTo>
                    <a:cubicBezTo>
                      <a:pt x="126111" y="566452"/>
                      <a:pt x="108966" y="577596"/>
                      <a:pt x="88487" y="585311"/>
                    </a:cubicBezTo>
                    <a:cubicBezTo>
                      <a:pt x="41243" y="568262"/>
                      <a:pt x="12954" y="532447"/>
                      <a:pt x="3905" y="477679"/>
                    </a:cubicBezTo>
                    <a:cubicBezTo>
                      <a:pt x="1334" y="462058"/>
                      <a:pt x="0" y="435292"/>
                      <a:pt x="0" y="397288"/>
                    </a:cubicBezTo>
                    <a:lnTo>
                      <a:pt x="0" y="0"/>
                    </a:lnTo>
                    <a:lnTo>
                      <a:pt x="54769" y="0"/>
                    </a:lnTo>
                    <a:lnTo>
                      <a:pt x="54769" y="390906"/>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grpSp>
          <p:nvGrpSpPr>
            <p:cNvPr id="997" name="Google Shape;997;p8"/>
            <p:cNvGrpSpPr/>
            <p:nvPr/>
          </p:nvGrpSpPr>
          <p:grpSpPr>
            <a:xfrm>
              <a:off x="12338399" y="4252721"/>
              <a:ext cx="1125949" cy="880491"/>
              <a:chOff x="12338399" y="4252721"/>
              <a:chExt cx="1125949" cy="880491"/>
            </a:xfrm>
          </p:grpSpPr>
          <p:grpSp>
            <p:nvGrpSpPr>
              <p:cNvPr id="998" name="Google Shape;998;p8"/>
              <p:cNvGrpSpPr/>
              <p:nvPr/>
            </p:nvGrpSpPr>
            <p:grpSpPr>
              <a:xfrm>
                <a:off x="12901326" y="4252721"/>
                <a:ext cx="563022" cy="880491"/>
                <a:chOff x="12901326" y="4252721"/>
                <a:chExt cx="563022" cy="880491"/>
              </a:xfrm>
            </p:grpSpPr>
            <p:sp>
              <p:nvSpPr>
                <p:cNvPr id="999" name="Google Shape;999;p8"/>
                <p:cNvSpPr/>
                <p:nvPr/>
              </p:nvSpPr>
              <p:spPr>
                <a:xfrm>
                  <a:off x="12901326" y="4554854"/>
                  <a:ext cx="499300" cy="325564"/>
                </a:xfrm>
                <a:custGeom>
                  <a:rect b="b" l="l" r="r" t="t"/>
                  <a:pathLst>
                    <a:path extrusionOk="0" h="325564" w="499300">
                      <a:moveTo>
                        <a:pt x="499301" y="162497"/>
                      </a:moveTo>
                      <a:lnTo>
                        <a:pt x="0" y="0"/>
                      </a:lnTo>
                      <a:lnTo>
                        <a:pt x="0" y="177832"/>
                      </a:lnTo>
                      <a:lnTo>
                        <a:pt x="453962" y="325565"/>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1000" name="Google Shape;1000;p8"/>
                <p:cNvSpPr/>
                <p:nvPr/>
              </p:nvSpPr>
              <p:spPr>
                <a:xfrm>
                  <a:off x="12901326" y="4717351"/>
                  <a:ext cx="499300" cy="415861"/>
                </a:xfrm>
                <a:custGeom>
                  <a:rect b="b" l="l" r="r" t="t"/>
                  <a:pathLst>
                    <a:path extrusionOk="0" h="415861" w="499300">
                      <a:moveTo>
                        <a:pt x="0" y="245364"/>
                      </a:moveTo>
                      <a:lnTo>
                        <a:pt x="95" y="415861"/>
                      </a:lnTo>
                      <a:lnTo>
                        <a:pt x="454438" y="192405"/>
                      </a:lnTo>
                      <a:lnTo>
                        <a:pt x="499301" y="0"/>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nvGrpSpPr>
                <p:cNvPr id="1001" name="Google Shape;1001;p8"/>
                <p:cNvGrpSpPr/>
                <p:nvPr/>
              </p:nvGrpSpPr>
              <p:grpSpPr>
                <a:xfrm>
                  <a:off x="12901326" y="4252721"/>
                  <a:ext cx="563022" cy="627697"/>
                  <a:chOff x="12901326" y="4252721"/>
                  <a:chExt cx="563022" cy="627697"/>
                </a:xfrm>
              </p:grpSpPr>
              <p:sp>
                <p:nvSpPr>
                  <p:cNvPr id="1002" name="Google Shape;1002;p8"/>
                  <p:cNvSpPr/>
                  <p:nvPr/>
                </p:nvSpPr>
                <p:spPr>
                  <a:xfrm>
                    <a:off x="12901326" y="4252721"/>
                    <a:ext cx="563022" cy="369379"/>
                  </a:xfrm>
                  <a:custGeom>
                    <a:rect b="b" l="l" r="r" t="t"/>
                    <a:pathLst>
                      <a:path extrusionOk="0" h="369379" w="563022">
                        <a:moveTo>
                          <a:pt x="563023" y="181737"/>
                        </a:moveTo>
                        <a:lnTo>
                          <a:pt x="493109" y="369380"/>
                        </a:lnTo>
                        <a:lnTo>
                          <a:pt x="303181" y="308991"/>
                        </a:lnTo>
                        <a:lnTo>
                          <a:pt x="0" y="209074"/>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1003" name="Google Shape;1003;p8"/>
                  <p:cNvSpPr/>
                  <p:nvPr/>
                </p:nvSpPr>
                <p:spPr>
                  <a:xfrm>
                    <a:off x="12901326" y="4434458"/>
                    <a:ext cx="563022" cy="445960"/>
                  </a:xfrm>
                  <a:custGeom>
                    <a:rect b="b" l="l" r="r" t="t"/>
                    <a:pathLst>
                      <a:path extrusionOk="0" h="445960" w="563022">
                        <a:moveTo>
                          <a:pt x="563023" y="0"/>
                        </a:moveTo>
                        <a:lnTo>
                          <a:pt x="518446" y="190881"/>
                        </a:lnTo>
                        <a:lnTo>
                          <a:pt x="0" y="445961"/>
                        </a:lnTo>
                        <a:lnTo>
                          <a:pt x="0" y="275654"/>
                        </a:lnTo>
                        <a:lnTo>
                          <a:pt x="303181" y="127254"/>
                        </a:lnTo>
                        <a:close/>
                      </a:path>
                    </a:pathLst>
                  </a:custGeom>
                  <a:solidFill>
                    <a:srgbClr val="A5C6E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grpSp>
          <p:grpSp>
            <p:nvGrpSpPr>
              <p:cNvPr id="1004" name="Google Shape;1004;p8"/>
              <p:cNvGrpSpPr/>
              <p:nvPr/>
            </p:nvGrpSpPr>
            <p:grpSpPr>
              <a:xfrm>
                <a:off x="12338399" y="4252721"/>
                <a:ext cx="562927" cy="880491"/>
                <a:chOff x="12338399" y="4252721"/>
                <a:chExt cx="562927" cy="880491"/>
              </a:xfrm>
            </p:grpSpPr>
            <p:sp>
              <p:nvSpPr>
                <p:cNvPr id="1005" name="Google Shape;1005;p8"/>
                <p:cNvSpPr/>
                <p:nvPr/>
              </p:nvSpPr>
              <p:spPr>
                <a:xfrm>
                  <a:off x="12402026" y="4554854"/>
                  <a:ext cx="499300" cy="325564"/>
                </a:xfrm>
                <a:custGeom>
                  <a:rect b="b" l="l" r="r" t="t"/>
                  <a:pathLst>
                    <a:path extrusionOk="0" h="325564" w="499300">
                      <a:moveTo>
                        <a:pt x="0" y="162497"/>
                      </a:moveTo>
                      <a:lnTo>
                        <a:pt x="499300" y="0"/>
                      </a:lnTo>
                      <a:lnTo>
                        <a:pt x="499300" y="177832"/>
                      </a:lnTo>
                      <a:lnTo>
                        <a:pt x="45339" y="325565"/>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1006" name="Google Shape;1006;p8"/>
                <p:cNvSpPr/>
                <p:nvPr/>
              </p:nvSpPr>
              <p:spPr>
                <a:xfrm>
                  <a:off x="12402026" y="4717351"/>
                  <a:ext cx="499300" cy="415861"/>
                </a:xfrm>
                <a:custGeom>
                  <a:rect b="b" l="l" r="r" t="t"/>
                  <a:pathLst>
                    <a:path extrusionOk="0" h="415861" w="499300">
                      <a:moveTo>
                        <a:pt x="499300" y="245364"/>
                      </a:moveTo>
                      <a:lnTo>
                        <a:pt x="499300" y="415861"/>
                      </a:lnTo>
                      <a:lnTo>
                        <a:pt x="44958" y="192405"/>
                      </a:lnTo>
                      <a:lnTo>
                        <a:pt x="0" y="0"/>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nvGrpSpPr>
                <p:cNvPr id="1007" name="Google Shape;1007;p8"/>
                <p:cNvGrpSpPr/>
                <p:nvPr/>
              </p:nvGrpSpPr>
              <p:grpSpPr>
                <a:xfrm>
                  <a:off x="12338399" y="4252721"/>
                  <a:ext cx="562927" cy="627697"/>
                  <a:chOff x="12338399" y="4252721"/>
                  <a:chExt cx="562927" cy="627697"/>
                </a:xfrm>
              </p:grpSpPr>
              <p:sp>
                <p:nvSpPr>
                  <p:cNvPr id="1008" name="Google Shape;1008;p8"/>
                  <p:cNvSpPr/>
                  <p:nvPr/>
                </p:nvSpPr>
                <p:spPr>
                  <a:xfrm>
                    <a:off x="12338399" y="4252721"/>
                    <a:ext cx="562927" cy="369379"/>
                  </a:xfrm>
                  <a:custGeom>
                    <a:rect b="b" l="l" r="r" t="t"/>
                    <a:pathLst>
                      <a:path extrusionOk="0" h="369379" w="562927">
                        <a:moveTo>
                          <a:pt x="0" y="181737"/>
                        </a:moveTo>
                        <a:lnTo>
                          <a:pt x="69818" y="369380"/>
                        </a:lnTo>
                        <a:lnTo>
                          <a:pt x="259842" y="308991"/>
                        </a:lnTo>
                        <a:lnTo>
                          <a:pt x="562928" y="209074"/>
                        </a:lnTo>
                        <a:lnTo>
                          <a:pt x="562928" y="0"/>
                        </a:lnTo>
                        <a:close/>
                      </a:path>
                    </a:pathLst>
                  </a:custGeom>
                  <a:solidFill>
                    <a:srgbClr val="1767AA"/>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sp>
                <p:nvSpPr>
                  <p:cNvPr id="1009" name="Google Shape;1009;p8"/>
                  <p:cNvSpPr/>
                  <p:nvPr/>
                </p:nvSpPr>
                <p:spPr>
                  <a:xfrm>
                    <a:off x="12338399" y="4434458"/>
                    <a:ext cx="562927" cy="445960"/>
                  </a:xfrm>
                  <a:custGeom>
                    <a:rect b="b" l="l" r="r" t="t"/>
                    <a:pathLst>
                      <a:path extrusionOk="0" h="445960" w="562927">
                        <a:moveTo>
                          <a:pt x="0" y="0"/>
                        </a:moveTo>
                        <a:lnTo>
                          <a:pt x="44482" y="190881"/>
                        </a:lnTo>
                        <a:lnTo>
                          <a:pt x="562928" y="445961"/>
                        </a:lnTo>
                        <a:lnTo>
                          <a:pt x="562928" y="275654"/>
                        </a:lnTo>
                        <a:lnTo>
                          <a:pt x="259842" y="127254"/>
                        </a:lnTo>
                        <a:close/>
                      </a:path>
                    </a:pathLst>
                  </a:custGeom>
                  <a:solidFill>
                    <a:srgbClr val="5692CD"/>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Lato"/>
                      <a:ea typeface="Lato"/>
                      <a:cs typeface="Lato"/>
                      <a:sym typeface="Lato"/>
                    </a:endParaRPr>
                  </a:p>
                </p:txBody>
              </p:sp>
            </p:grpSp>
          </p:grpSp>
        </p:grpSp>
      </p:grpSp>
      <p:pic>
        <p:nvPicPr>
          <p:cNvPr descr="A blue and black logo&#10;&#10;Description automatically generated" id="1010" name="Google Shape;1010;p8"/>
          <p:cNvPicPr preferRelativeResize="0"/>
          <p:nvPr/>
        </p:nvPicPr>
        <p:blipFill rotWithShape="1">
          <a:blip r:embed="rId3">
            <a:alphaModFix amt="20000"/>
          </a:blip>
          <a:srcRect b="0" l="0" r="0" t="0"/>
          <a:stretch/>
        </p:blipFill>
        <p:spPr>
          <a:xfrm>
            <a:off x="2381490" y="4663875"/>
            <a:ext cx="852324" cy="759294"/>
          </a:xfrm>
          <a:prstGeom prst="rect">
            <a:avLst/>
          </a:prstGeom>
          <a:noFill/>
          <a:ln>
            <a:noFill/>
          </a:ln>
        </p:spPr>
      </p:pic>
      <p:pic>
        <p:nvPicPr>
          <p:cNvPr descr="A blue and black logo&#10;&#10;Description automatically generated" id="1011" name="Google Shape;1011;p8"/>
          <p:cNvPicPr preferRelativeResize="0"/>
          <p:nvPr/>
        </p:nvPicPr>
        <p:blipFill rotWithShape="1">
          <a:blip r:embed="rId3">
            <a:alphaModFix amt="20000"/>
          </a:blip>
          <a:srcRect b="0" l="0" r="0" t="0"/>
          <a:stretch/>
        </p:blipFill>
        <p:spPr>
          <a:xfrm>
            <a:off x="3608896" y="5746540"/>
            <a:ext cx="852324" cy="759294"/>
          </a:xfrm>
          <a:prstGeom prst="rect">
            <a:avLst/>
          </a:prstGeom>
          <a:noFill/>
          <a:ln>
            <a:noFill/>
          </a:ln>
        </p:spPr>
      </p:pic>
      <p:pic>
        <p:nvPicPr>
          <p:cNvPr descr="A blue and black logo&#10;&#10;Description automatically generated" id="1012" name="Google Shape;1012;p8"/>
          <p:cNvPicPr preferRelativeResize="0"/>
          <p:nvPr/>
        </p:nvPicPr>
        <p:blipFill rotWithShape="1">
          <a:blip r:embed="rId3">
            <a:alphaModFix amt="20000"/>
          </a:blip>
          <a:srcRect b="0" l="0" r="0" t="0"/>
          <a:stretch/>
        </p:blipFill>
        <p:spPr>
          <a:xfrm>
            <a:off x="1212201" y="5746540"/>
            <a:ext cx="852324" cy="759294"/>
          </a:xfrm>
          <a:prstGeom prst="rect">
            <a:avLst/>
          </a:prstGeom>
          <a:noFill/>
          <a:ln>
            <a:noFill/>
          </a:ln>
        </p:spPr>
      </p:pic>
      <p:pic>
        <p:nvPicPr>
          <p:cNvPr descr="A blue and black logo&#10;&#10;Description automatically generated" id="1013" name="Google Shape;1013;p8"/>
          <p:cNvPicPr preferRelativeResize="0"/>
          <p:nvPr/>
        </p:nvPicPr>
        <p:blipFill rotWithShape="1">
          <a:blip r:embed="rId3">
            <a:alphaModFix amt="20000"/>
          </a:blip>
          <a:srcRect b="0" l="0" r="0" t="0"/>
          <a:stretch/>
        </p:blipFill>
        <p:spPr>
          <a:xfrm>
            <a:off x="2381490" y="6518029"/>
            <a:ext cx="852324" cy="759294"/>
          </a:xfrm>
          <a:prstGeom prst="rect">
            <a:avLst/>
          </a:prstGeom>
          <a:noFill/>
          <a:ln>
            <a:noFill/>
          </a:ln>
        </p:spPr>
      </p:pic>
      <p:sp>
        <p:nvSpPr>
          <p:cNvPr id="1014" name="Google Shape;1014;p8"/>
          <p:cNvSpPr txBox="1"/>
          <p:nvPr/>
        </p:nvSpPr>
        <p:spPr>
          <a:xfrm>
            <a:off x="5397475" y="4615538"/>
            <a:ext cx="9987600" cy="302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600">
                <a:solidFill>
                  <a:srgbClr val="2780CF"/>
                </a:solidFill>
                <a:latin typeface="Lato Black"/>
                <a:ea typeface="Lato Black"/>
                <a:cs typeface="Lato Black"/>
                <a:sym typeface="Lato Black"/>
              </a:rPr>
              <a:t>THANK YOU!!</a:t>
            </a:r>
            <a:endParaRPr sz="9600">
              <a:solidFill>
                <a:srgbClr val="2780CF"/>
              </a:solidFill>
              <a:latin typeface="Lato Black"/>
              <a:ea typeface="Lato Black"/>
              <a:cs typeface="Lato Black"/>
              <a:sym typeface="Lato Black"/>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2023-08-21T08:36:18Z</dcterms:created>
  <dc:creator>SheikMeeran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2023-07-17T00:00:00Z</vt:filetime>
  </property>
  <property fmtid="{D5CDD505-2E9C-101B-9397-08002B2CF9AE}" pid="3" name="Creator">
    <vt:lpwstr>Adobe Illustrator 27.7 (Windows)</vt:lpwstr>
  </property>
  <property fmtid="{D5CDD505-2E9C-101B-9397-08002B2CF9AE}" pid="4" name="LastSaved">
    <vt:filetime>2023-08-21T00:00:00Z</vt:filetime>
  </property>
</Properties>
</file>